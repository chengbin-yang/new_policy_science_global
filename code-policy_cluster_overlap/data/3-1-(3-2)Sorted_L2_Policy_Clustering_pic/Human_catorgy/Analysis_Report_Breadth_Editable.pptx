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Buildings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Low+Rise+Medium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Buildings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(6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(20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(23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Climate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(28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(13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Low+Fluctuate+High (8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Electricity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(19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(25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High+Fluctuate+High (5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Electricity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(16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(19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Fossil fuel production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(6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Low+Rise+Medium (34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(9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GHG emissions data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Low+Fluctuate+Low (7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Medium+Fluctuate+Low (4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Medium+Rise+High (38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GHG emissions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(16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(Later) (22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(Early) (11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Industry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(22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Industry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(28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International climate co-operation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Medium+Rise+Low (7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(16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Medium+Rise+High (26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International public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(25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(20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Public Research, Development and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Low+Stable+Low (20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Low+Rise+High (4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High+Stable+High (25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Transport –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(13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Transport – non market-based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Low+Rise+Low (12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Medium+Rise+Medium (14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High+Rise+High (23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