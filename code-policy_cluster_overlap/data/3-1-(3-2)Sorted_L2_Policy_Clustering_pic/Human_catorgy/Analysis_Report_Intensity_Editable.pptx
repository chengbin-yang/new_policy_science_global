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Buildings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(14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Low+Rise+Medium (29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(6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Buildings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(33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Climate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(28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Low+Fluctuate+High (14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Electricity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High+Fluctuate+High (3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(24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Electricity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Fossil fuel production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(38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Low+Rise+Medium (1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GHG emissions data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Medium+Fluctuate+Low (11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Low+Fluctuate+Low (7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Medium+Rise+High (31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GHG emissions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(Later) (28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(Early) (11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Industry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Industry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(28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International climate co-operation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Medium+Rise+Low (3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(25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Medium+Rise+High (21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International public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(25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(20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Public Research, Development and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High+Stable+High (24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(17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Transport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(21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Transport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