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33"/>
  </p:normalViewPr>
  <p:slideViewPr>
    <p:cSldViewPr snapToGrid="0" snapToObjects="1" showGuides="1">
      <p:cViewPr varScale="1">
        <p:scale>
          <a:sx n="112" d="100"/>
          <a:sy n="112" d="100"/>
        </p:scale>
        <p:origin x="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image" Target="../media/image8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7.png"/><Relationship Id="rId2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10.png"/><Relationship Id="rId2" Type="http://schemas.openxmlformats.org/officeDocument/2006/relationships/tags" Target="../tags/tag2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image" Target="../media/image14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13.png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17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16.png"/><Relationship Id="rId2" Type="http://schemas.openxmlformats.org/officeDocument/2006/relationships/tags" Target="../tags/tag3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image" Target="../media/image20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19.png"/><Relationship Id="rId2" Type="http://schemas.openxmlformats.org/officeDocument/2006/relationships/tags" Target="../tags/tag3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image" Target="../media/image23.png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2.png"/><Relationship Id="rId2" Type="http://schemas.openxmlformats.org/officeDocument/2006/relationships/tags" Target="../tags/tag4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image" Target="../media/image26.png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5.png"/><Relationship Id="rId2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image" Target="../media/image29.png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28.png"/><Relationship Id="rId2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32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31.png"/><Relationship Id="rId2" Type="http://schemas.openxmlformats.org/officeDocument/2006/relationships/tags" Target="../tags/tag6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35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34.png"/><Relationship Id="rId2" Type="http://schemas.openxmlformats.org/officeDocument/2006/relationships/tags" Target="../tags/tag6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image" Target="../media/image38.pn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37.png"/><Relationship Id="rId2" Type="http://schemas.openxmlformats.org/officeDocument/2006/relationships/tags" Target="../tags/tag7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image" Target="../media/image41.png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40.png"/><Relationship Id="rId2" Type="http://schemas.openxmlformats.org/officeDocument/2006/relationships/tags" Target="../tags/tag8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image" Target="../media/image44.png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../media/image43.png"/><Relationship Id="rId2" Type="http://schemas.openxmlformats.org/officeDocument/2006/relationships/tags" Target="../tags/tag8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Buildings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089660" y="1005840"/>
            <a:ext cx="2392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</a:t>
            </a:r>
            <a:r>
              <a:rPr lang="en-US"/>
              <a:t>Stable</a:t>
            </a:r>
            <a:r>
              <a:t>+Low (8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(17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Buildings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67130" y="1005840"/>
            <a:ext cx="22377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</a:t>
            </a:r>
            <a:r>
              <a:rPr lang="en-US"/>
              <a:t>Rise</a:t>
            </a:r>
            <a:r>
              <a:t>+</a:t>
            </a:r>
            <a:r>
              <a:rPr lang="en-US"/>
              <a:t>Medium</a:t>
            </a:r>
            <a:r>
              <a:t> (20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High+Rise+High (23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Climate governance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(28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(13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49323" y="1005840"/>
            <a:ext cx="26523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</a:t>
            </a:r>
            <a:r>
              <a:rPr lang="en-US"/>
              <a:t>Fluctuate</a:t>
            </a:r>
            <a:r>
              <a:t>+High (8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Electricity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Low+Rise+Low (19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79869" y="1005840"/>
            <a:ext cx="30017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Medium</a:t>
            </a:r>
            <a:r>
              <a:rPr dirty="0" err="1"/>
              <a:t>+Rise+Medium</a:t>
            </a:r>
            <a:r>
              <a:rPr dirty="0"/>
              <a:t> (25 countries)</a:t>
            </a:r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32813" y="1005840"/>
            <a:ext cx="26854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High</a:t>
            </a:r>
            <a:r>
              <a:rPr dirty="0" err="1"/>
              <a:t>+</a:t>
            </a:r>
            <a:r>
              <a:rPr lang="en-US" dirty="0" err="1">
                <a:sym typeface="+mn-ea"/>
              </a:rPr>
              <a:t>Fluctuate</a:t>
            </a:r>
            <a:r>
              <a:rPr dirty="0" err="1"/>
              <a:t>+</a:t>
            </a:r>
            <a:r>
              <a:rPr lang="en-US" dirty="0" err="1"/>
              <a:t>High</a:t>
            </a:r>
            <a:r>
              <a:rPr dirty="0"/>
              <a:t> (5 countries)</a:t>
            </a:r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Electricity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10838" y="1005840"/>
            <a:ext cx="23503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Low+Rise+</a:t>
            </a:r>
            <a:r>
              <a:rPr lang="en-US" altLang="zh-CN" dirty="0" err="1"/>
              <a:t>Low</a:t>
            </a:r>
            <a:r>
              <a:rPr dirty="0"/>
              <a:t> (14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</a:t>
            </a:r>
            <a:r>
              <a:rPr lang="en-US"/>
              <a:t>Medium</a:t>
            </a:r>
            <a:r>
              <a:t> (16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64769" y="1005840"/>
            <a:ext cx="24214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High</a:t>
            </a:r>
            <a:r>
              <a:rPr dirty="0" err="1"/>
              <a:t>+Rise+High</a:t>
            </a:r>
            <a:r>
              <a:rPr dirty="0"/>
              <a:t> (19 countries)</a:t>
            </a:r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Fossil fuel production policies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(34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23630" y="1005840"/>
            <a:ext cx="2303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(9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GHG emissions data and reporting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976313" y="1005840"/>
            <a:ext cx="261937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</a:t>
            </a:r>
            <a:r>
              <a:rPr lang="en-US"/>
              <a:t>Fluctuate</a:t>
            </a:r>
            <a:r>
              <a:t>+</a:t>
            </a:r>
            <a:r>
              <a:rPr lang="en-US"/>
              <a:t>Low</a:t>
            </a:r>
            <a:r>
              <a:t> (7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630420" y="1005840"/>
            <a:ext cx="2900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Medium+Fluctuate+</a:t>
            </a:r>
            <a:r>
              <a:rPr lang="en-US"/>
              <a:t>Low</a:t>
            </a:r>
            <a:r>
              <a:t>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Medium+Rise+High (38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GHG emissions targets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832942" y="1005840"/>
            <a:ext cx="29061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Low+Rise+High</a:t>
            </a:r>
            <a:r>
              <a:rPr lang="en-US" dirty="0"/>
              <a:t> (Early)</a:t>
            </a:r>
            <a:r>
              <a:rPr dirty="0"/>
              <a:t> (11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623631" y="1005840"/>
            <a:ext cx="29142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</a:t>
            </a:r>
            <a:r>
              <a:rPr lang="en-US" dirty="0" err="1">
                <a:sym typeface="+mn-ea"/>
              </a:rPr>
              <a:t>Rise</a:t>
            </a:r>
            <a:r>
              <a:rPr dirty="0" err="1"/>
              <a:t>+High</a:t>
            </a:r>
            <a:r>
              <a:rPr lang="en-US" dirty="0"/>
              <a:t> (Later)</a:t>
            </a:r>
            <a:r>
              <a:rPr dirty="0"/>
              <a:t> (22 countries)</a:t>
            </a:r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1156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(16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Industry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10838" y="1005840"/>
            <a:ext cx="23503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Low+Rise+</a:t>
            </a:r>
            <a:r>
              <a:rPr lang="en-US" dirty="0" err="1"/>
              <a:t>Low</a:t>
            </a:r>
            <a:r>
              <a:rPr dirty="0"/>
              <a:t> (13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79869" y="1005840"/>
            <a:ext cx="30017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Medium</a:t>
            </a:r>
            <a:r>
              <a:rPr dirty="0" err="1"/>
              <a:t>+Rise+</a:t>
            </a:r>
            <a:r>
              <a:rPr lang="en-US" dirty="0" err="1"/>
              <a:t>Medium</a:t>
            </a:r>
            <a:r>
              <a:rPr dirty="0"/>
              <a:t> (22 countries)</a:t>
            </a:r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(14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Industry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2204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(13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(28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23630" y="1005840"/>
            <a:ext cx="2303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International climate co-operation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006475" y="1005840"/>
            <a:ext cx="2559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Medium+Rise+</a:t>
            </a:r>
            <a:r>
              <a:rPr lang="en-US"/>
              <a:t>Low</a:t>
            </a:r>
            <a:r>
              <a:t> (7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Medium+Rise+High (26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39025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Medium+Rise+</a:t>
            </a:r>
            <a:r>
              <a:rPr lang="en-US"/>
              <a:t>Medium</a:t>
            </a:r>
            <a:r>
              <a:t> (16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International public finance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91680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(25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(20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Public Research, Development and Demonstration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(20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High+Stable+High (25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Transport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10838" y="1005840"/>
            <a:ext cx="23503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</a:t>
            </a:r>
            <a:r>
              <a:rPr lang="en-US" dirty="0" err="1"/>
              <a:t>Rise</a:t>
            </a:r>
            <a:r>
              <a:rPr dirty="0" err="1"/>
              <a:t>+Low</a:t>
            </a:r>
            <a:r>
              <a:rPr dirty="0"/>
              <a:t> (12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(13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Transport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2204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(12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Medium+Rise+</a:t>
            </a:r>
            <a:r>
              <a:rPr lang="en-US"/>
              <a:t>Medium</a:t>
            </a:r>
            <a:r>
              <a:t> (14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High+Rise+High (23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9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1855</Words>
  <Application>WPS 演示</Application>
  <PresentationFormat>宽屏</PresentationFormat>
  <Paragraphs>120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Altitude.</cp:lastModifiedBy>
  <cp:revision>22</cp:revision>
  <dcterms:created xsi:type="dcterms:W3CDTF">2013-01-27T09:14:00Z</dcterms:created>
  <dcterms:modified xsi:type="dcterms:W3CDTF">2026-01-15T08:03:28Z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4F4F71511622429AAECD26592E47FDDA_12</vt:lpwstr>
  </property>
</Properties>
</file>