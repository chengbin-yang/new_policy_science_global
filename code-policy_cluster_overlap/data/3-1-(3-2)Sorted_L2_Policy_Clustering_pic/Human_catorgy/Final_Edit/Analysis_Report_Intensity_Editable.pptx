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18"/>
  </p:notesMasterIdLst>
  <p:handoutMasterIdLst>
    <p:handoutMasterId r:id="rId19"/>
  </p:handout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7"/>
    <p:restoredTop sz="94633"/>
  </p:normalViewPr>
  <p:slideViewPr>
    <p:cSldViewPr snapToGrid="0" snapToObjects="1" showGuides="1">
      <p:cViewPr varScale="1">
        <p:scale>
          <a:sx n="112" d="100"/>
          <a:sy n="112" d="100"/>
        </p:scale>
        <p:origin x="72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handoutMaster" Target="handoutMasters/handoutMaster1.xml"/><Relationship Id="rId18" Type="http://schemas.openxmlformats.org/officeDocument/2006/relationships/notesMaster" Target="notesMasters/notesMaster1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3.png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image" Target="../media/image2.png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image" Target="../media/image1.png"/><Relationship Id="rId2" Type="http://schemas.openxmlformats.org/officeDocument/2006/relationships/tags" Target="../tags/tag2.xml"/><Relationship Id="rId10" Type="http://schemas.openxmlformats.org/officeDocument/2006/relationships/slideLayout" Target="../slideLayouts/slideLayout7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6.png"/><Relationship Id="rId8" Type="http://schemas.openxmlformats.org/officeDocument/2006/relationships/tags" Target="../tags/tag12.xml"/><Relationship Id="rId7" Type="http://schemas.openxmlformats.org/officeDocument/2006/relationships/tags" Target="../tags/tag11.xml"/><Relationship Id="rId6" Type="http://schemas.openxmlformats.org/officeDocument/2006/relationships/image" Target="../media/image5.png"/><Relationship Id="rId5" Type="http://schemas.openxmlformats.org/officeDocument/2006/relationships/tags" Target="../tags/tag10.xml"/><Relationship Id="rId4" Type="http://schemas.openxmlformats.org/officeDocument/2006/relationships/tags" Target="../tags/tag9.xml"/><Relationship Id="rId3" Type="http://schemas.openxmlformats.org/officeDocument/2006/relationships/image" Target="../media/image4.png"/><Relationship Id="rId2" Type="http://schemas.openxmlformats.org/officeDocument/2006/relationships/tags" Target="../tags/tag8.xml"/><Relationship Id="rId10" Type="http://schemas.openxmlformats.org/officeDocument/2006/relationships/slideLayout" Target="../slideLayouts/slideLayout7.xml"/><Relationship Id="rId1" Type="http://schemas.openxmlformats.org/officeDocument/2006/relationships/tags" Target="../tags/tag7.xml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9.png"/><Relationship Id="rId8" Type="http://schemas.openxmlformats.org/officeDocument/2006/relationships/tags" Target="../tags/tag18.xml"/><Relationship Id="rId7" Type="http://schemas.openxmlformats.org/officeDocument/2006/relationships/tags" Target="../tags/tag17.xml"/><Relationship Id="rId6" Type="http://schemas.openxmlformats.org/officeDocument/2006/relationships/image" Target="../media/image8.png"/><Relationship Id="rId5" Type="http://schemas.openxmlformats.org/officeDocument/2006/relationships/tags" Target="../tags/tag16.xml"/><Relationship Id="rId4" Type="http://schemas.openxmlformats.org/officeDocument/2006/relationships/tags" Target="../tags/tag15.xml"/><Relationship Id="rId3" Type="http://schemas.openxmlformats.org/officeDocument/2006/relationships/image" Target="../media/image7.png"/><Relationship Id="rId2" Type="http://schemas.openxmlformats.org/officeDocument/2006/relationships/tags" Target="../tags/tag14.xml"/><Relationship Id="rId10" Type="http://schemas.openxmlformats.org/officeDocument/2006/relationships/slideLayout" Target="../slideLayouts/slideLayout7.xml"/><Relationship Id="rId1" Type="http://schemas.openxmlformats.org/officeDocument/2006/relationships/tags" Target="../tags/tag13.xml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.png"/><Relationship Id="rId8" Type="http://schemas.openxmlformats.org/officeDocument/2006/relationships/tags" Target="../tags/tag24.xml"/><Relationship Id="rId7" Type="http://schemas.openxmlformats.org/officeDocument/2006/relationships/tags" Target="../tags/tag23.xml"/><Relationship Id="rId6" Type="http://schemas.openxmlformats.org/officeDocument/2006/relationships/image" Target="../media/image11.png"/><Relationship Id="rId5" Type="http://schemas.openxmlformats.org/officeDocument/2006/relationships/tags" Target="../tags/tag22.xml"/><Relationship Id="rId4" Type="http://schemas.openxmlformats.org/officeDocument/2006/relationships/tags" Target="../tags/tag21.xml"/><Relationship Id="rId3" Type="http://schemas.openxmlformats.org/officeDocument/2006/relationships/image" Target="../media/image10.png"/><Relationship Id="rId2" Type="http://schemas.openxmlformats.org/officeDocument/2006/relationships/tags" Target="../tags/tag20.xml"/><Relationship Id="rId10" Type="http://schemas.openxmlformats.org/officeDocument/2006/relationships/slideLayout" Target="../slideLayouts/slideLayout7.xml"/><Relationship Id="rId1" Type="http://schemas.openxmlformats.org/officeDocument/2006/relationships/tags" Target="../tags/tag19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15.png"/><Relationship Id="rId8" Type="http://schemas.openxmlformats.org/officeDocument/2006/relationships/tags" Target="../tags/tag30.xml"/><Relationship Id="rId7" Type="http://schemas.openxmlformats.org/officeDocument/2006/relationships/tags" Target="../tags/tag29.xml"/><Relationship Id="rId6" Type="http://schemas.openxmlformats.org/officeDocument/2006/relationships/image" Target="../media/image14.png"/><Relationship Id="rId5" Type="http://schemas.openxmlformats.org/officeDocument/2006/relationships/tags" Target="../tags/tag28.xml"/><Relationship Id="rId4" Type="http://schemas.openxmlformats.org/officeDocument/2006/relationships/tags" Target="../tags/tag27.xml"/><Relationship Id="rId3" Type="http://schemas.openxmlformats.org/officeDocument/2006/relationships/image" Target="../media/image13.png"/><Relationship Id="rId2" Type="http://schemas.openxmlformats.org/officeDocument/2006/relationships/tags" Target="../tags/tag26.xml"/><Relationship Id="rId10" Type="http://schemas.openxmlformats.org/officeDocument/2006/relationships/slideLayout" Target="../slideLayouts/slideLayout7.xml"/><Relationship Id="rId1" Type="http://schemas.openxmlformats.org/officeDocument/2006/relationships/tags" Target="../tags/tag25.xml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18.png"/><Relationship Id="rId8" Type="http://schemas.openxmlformats.org/officeDocument/2006/relationships/tags" Target="../tags/tag36.xml"/><Relationship Id="rId7" Type="http://schemas.openxmlformats.org/officeDocument/2006/relationships/tags" Target="../tags/tag35.xml"/><Relationship Id="rId6" Type="http://schemas.openxmlformats.org/officeDocument/2006/relationships/image" Target="../media/image17.png"/><Relationship Id="rId5" Type="http://schemas.openxmlformats.org/officeDocument/2006/relationships/tags" Target="../tags/tag34.xml"/><Relationship Id="rId4" Type="http://schemas.openxmlformats.org/officeDocument/2006/relationships/tags" Target="../tags/tag33.xml"/><Relationship Id="rId3" Type="http://schemas.openxmlformats.org/officeDocument/2006/relationships/image" Target="../media/image16.png"/><Relationship Id="rId2" Type="http://schemas.openxmlformats.org/officeDocument/2006/relationships/tags" Target="../tags/tag32.xml"/><Relationship Id="rId10" Type="http://schemas.openxmlformats.org/officeDocument/2006/relationships/slideLayout" Target="../slideLayouts/slideLayout7.xml"/><Relationship Id="rId1" Type="http://schemas.openxmlformats.org/officeDocument/2006/relationships/tags" Target="../tags/tag31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21.png"/><Relationship Id="rId8" Type="http://schemas.openxmlformats.org/officeDocument/2006/relationships/tags" Target="../tags/tag42.xml"/><Relationship Id="rId7" Type="http://schemas.openxmlformats.org/officeDocument/2006/relationships/tags" Target="../tags/tag41.xml"/><Relationship Id="rId6" Type="http://schemas.openxmlformats.org/officeDocument/2006/relationships/image" Target="../media/image20.png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image" Target="../media/image19.png"/><Relationship Id="rId2" Type="http://schemas.openxmlformats.org/officeDocument/2006/relationships/tags" Target="../tags/tag38.xml"/><Relationship Id="rId10" Type="http://schemas.openxmlformats.org/officeDocument/2006/relationships/slideLayout" Target="../slideLayouts/slideLayout7.xml"/><Relationship Id="rId1" Type="http://schemas.openxmlformats.org/officeDocument/2006/relationships/tags" Target="../tags/tag37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24.png"/><Relationship Id="rId8" Type="http://schemas.openxmlformats.org/officeDocument/2006/relationships/tags" Target="../tags/tag48.xml"/><Relationship Id="rId7" Type="http://schemas.openxmlformats.org/officeDocument/2006/relationships/tags" Target="../tags/tag47.xml"/><Relationship Id="rId6" Type="http://schemas.openxmlformats.org/officeDocument/2006/relationships/image" Target="../media/image23.png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image" Target="../media/image22.png"/><Relationship Id="rId2" Type="http://schemas.openxmlformats.org/officeDocument/2006/relationships/tags" Target="../tags/tag44.xml"/><Relationship Id="rId10" Type="http://schemas.openxmlformats.org/officeDocument/2006/relationships/slideLayout" Target="../slideLayouts/slideLayout7.xml"/><Relationship Id="rId1" Type="http://schemas.openxmlformats.org/officeDocument/2006/relationships/tags" Target="../tags/tag43.xml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27.png"/><Relationship Id="rId8" Type="http://schemas.openxmlformats.org/officeDocument/2006/relationships/tags" Target="../tags/tag54.xml"/><Relationship Id="rId7" Type="http://schemas.openxmlformats.org/officeDocument/2006/relationships/tags" Target="../tags/tag53.xml"/><Relationship Id="rId6" Type="http://schemas.openxmlformats.org/officeDocument/2006/relationships/image" Target="../media/image26.png"/><Relationship Id="rId5" Type="http://schemas.openxmlformats.org/officeDocument/2006/relationships/tags" Target="../tags/tag52.xml"/><Relationship Id="rId4" Type="http://schemas.openxmlformats.org/officeDocument/2006/relationships/tags" Target="../tags/tag51.xml"/><Relationship Id="rId3" Type="http://schemas.openxmlformats.org/officeDocument/2006/relationships/image" Target="../media/image25.png"/><Relationship Id="rId2" Type="http://schemas.openxmlformats.org/officeDocument/2006/relationships/tags" Target="../tags/tag50.xml"/><Relationship Id="rId10" Type="http://schemas.openxmlformats.org/officeDocument/2006/relationships/slideLayout" Target="../slideLayouts/slideLayout7.xml"/><Relationship Id="rId1" Type="http://schemas.openxmlformats.org/officeDocument/2006/relationships/tags" Target="../tags/tag49.xml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30.png"/><Relationship Id="rId8" Type="http://schemas.openxmlformats.org/officeDocument/2006/relationships/tags" Target="../tags/tag60.xml"/><Relationship Id="rId7" Type="http://schemas.openxmlformats.org/officeDocument/2006/relationships/tags" Target="../tags/tag59.xml"/><Relationship Id="rId6" Type="http://schemas.openxmlformats.org/officeDocument/2006/relationships/image" Target="../media/image29.png"/><Relationship Id="rId5" Type="http://schemas.openxmlformats.org/officeDocument/2006/relationships/tags" Target="../tags/tag58.xml"/><Relationship Id="rId4" Type="http://schemas.openxmlformats.org/officeDocument/2006/relationships/tags" Target="../tags/tag57.xml"/><Relationship Id="rId3" Type="http://schemas.openxmlformats.org/officeDocument/2006/relationships/image" Target="../media/image28.png"/><Relationship Id="rId2" Type="http://schemas.openxmlformats.org/officeDocument/2006/relationships/tags" Target="../tags/tag56.xml"/><Relationship Id="rId10" Type="http://schemas.openxmlformats.org/officeDocument/2006/relationships/slideLayout" Target="../slideLayouts/slideLayout7.xml"/><Relationship Id="rId1" Type="http://schemas.openxmlformats.org/officeDocument/2006/relationships/tags" Target="../tags/tag55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image" Target="../media/image33.png"/><Relationship Id="rId8" Type="http://schemas.openxmlformats.org/officeDocument/2006/relationships/tags" Target="../tags/tag66.xml"/><Relationship Id="rId7" Type="http://schemas.openxmlformats.org/officeDocument/2006/relationships/tags" Target="../tags/tag65.xml"/><Relationship Id="rId6" Type="http://schemas.openxmlformats.org/officeDocument/2006/relationships/image" Target="../media/image32.png"/><Relationship Id="rId5" Type="http://schemas.openxmlformats.org/officeDocument/2006/relationships/tags" Target="../tags/tag64.xml"/><Relationship Id="rId4" Type="http://schemas.openxmlformats.org/officeDocument/2006/relationships/tags" Target="../tags/tag63.xml"/><Relationship Id="rId3" Type="http://schemas.openxmlformats.org/officeDocument/2006/relationships/image" Target="../media/image31.png"/><Relationship Id="rId2" Type="http://schemas.openxmlformats.org/officeDocument/2006/relationships/tags" Target="../tags/tag62.xml"/><Relationship Id="rId10" Type="http://schemas.openxmlformats.org/officeDocument/2006/relationships/slideLayout" Target="../slideLayouts/slideLayout7.xml"/><Relationship Id="rId1" Type="http://schemas.openxmlformats.org/officeDocument/2006/relationships/tags" Target="../tags/tag61.xml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image" Target="../media/image36.png"/><Relationship Id="rId8" Type="http://schemas.openxmlformats.org/officeDocument/2006/relationships/tags" Target="../tags/tag72.xml"/><Relationship Id="rId7" Type="http://schemas.openxmlformats.org/officeDocument/2006/relationships/tags" Target="../tags/tag71.xml"/><Relationship Id="rId6" Type="http://schemas.openxmlformats.org/officeDocument/2006/relationships/image" Target="../media/image35.png"/><Relationship Id="rId5" Type="http://schemas.openxmlformats.org/officeDocument/2006/relationships/tags" Target="../tags/tag70.xml"/><Relationship Id="rId4" Type="http://schemas.openxmlformats.org/officeDocument/2006/relationships/tags" Target="../tags/tag69.xml"/><Relationship Id="rId3" Type="http://schemas.openxmlformats.org/officeDocument/2006/relationships/image" Target="../media/image34.png"/><Relationship Id="rId2" Type="http://schemas.openxmlformats.org/officeDocument/2006/relationships/tags" Target="../tags/tag68.xml"/><Relationship Id="rId10" Type="http://schemas.openxmlformats.org/officeDocument/2006/relationships/slideLayout" Target="../slideLayouts/slideLayout7.xml"/><Relationship Id="rId1" Type="http://schemas.openxmlformats.org/officeDocument/2006/relationships/tags" Target="../tags/tag67.xml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image" Target="../media/image39.png"/><Relationship Id="rId8" Type="http://schemas.openxmlformats.org/officeDocument/2006/relationships/tags" Target="../tags/tag78.xml"/><Relationship Id="rId7" Type="http://schemas.openxmlformats.org/officeDocument/2006/relationships/tags" Target="../tags/tag77.xml"/><Relationship Id="rId6" Type="http://schemas.openxmlformats.org/officeDocument/2006/relationships/image" Target="../media/image38.png"/><Relationship Id="rId5" Type="http://schemas.openxmlformats.org/officeDocument/2006/relationships/tags" Target="../tags/tag76.xml"/><Relationship Id="rId4" Type="http://schemas.openxmlformats.org/officeDocument/2006/relationships/tags" Target="../tags/tag75.xml"/><Relationship Id="rId3" Type="http://schemas.openxmlformats.org/officeDocument/2006/relationships/image" Target="../media/image37.png"/><Relationship Id="rId2" Type="http://schemas.openxmlformats.org/officeDocument/2006/relationships/tags" Target="../tags/tag74.xml"/><Relationship Id="rId10" Type="http://schemas.openxmlformats.org/officeDocument/2006/relationships/slideLayout" Target="../slideLayouts/slideLayout7.xml"/><Relationship Id="rId1" Type="http://schemas.openxmlformats.org/officeDocument/2006/relationships/tags" Target="../tags/tag73.xml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image" Target="../media/image42.png"/><Relationship Id="rId8" Type="http://schemas.openxmlformats.org/officeDocument/2006/relationships/tags" Target="../tags/tag84.xml"/><Relationship Id="rId7" Type="http://schemas.openxmlformats.org/officeDocument/2006/relationships/tags" Target="../tags/tag83.xml"/><Relationship Id="rId6" Type="http://schemas.openxmlformats.org/officeDocument/2006/relationships/image" Target="../media/image41.png"/><Relationship Id="rId5" Type="http://schemas.openxmlformats.org/officeDocument/2006/relationships/tags" Target="../tags/tag82.xml"/><Relationship Id="rId4" Type="http://schemas.openxmlformats.org/officeDocument/2006/relationships/tags" Target="../tags/tag81.xml"/><Relationship Id="rId3" Type="http://schemas.openxmlformats.org/officeDocument/2006/relationships/image" Target="../media/image40.png"/><Relationship Id="rId2" Type="http://schemas.openxmlformats.org/officeDocument/2006/relationships/tags" Target="../tags/tag80.xml"/><Relationship Id="rId10" Type="http://schemas.openxmlformats.org/officeDocument/2006/relationships/slideLayout" Target="../slideLayouts/slideLayout7.xml"/><Relationship Id="rId1" Type="http://schemas.openxmlformats.org/officeDocument/2006/relationships/tags" Target="../tags/tag79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image" Target="../media/image45.png"/><Relationship Id="rId8" Type="http://schemas.openxmlformats.org/officeDocument/2006/relationships/tags" Target="../tags/tag90.xml"/><Relationship Id="rId7" Type="http://schemas.openxmlformats.org/officeDocument/2006/relationships/tags" Target="../tags/tag89.xml"/><Relationship Id="rId6" Type="http://schemas.openxmlformats.org/officeDocument/2006/relationships/image" Target="../media/image44.png"/><Relationship Id="rId5" Type="http://schemas.openxmlformats.org/officeDocument/2006/relationships/tags" Target="../tags/tag88.xml"/><Relationship Id="rId4" Type="http://schemas.openxmlformats.org/officeDocument/2006/relationships/tags" Target="../tags/tag87.xml"/><Relationship Id="rId3" Type="http://schemas.openxmlformats.org/officeDocument/2006/relationships/image" Target="../media/image43.png"/><Relationship Id="rId2" Type="http://schemas.openxmlformats.org/officeDocument/2006/relationships/tags" Target="../tags/tag86.xml"/><Relationship Id="rId10" Type="http://schemas.openxmlformats.org/officeDocument/2006/relationships/slideLayout" Target="../slideLayouts/slideLayout7.xml"/><Relationship Id="rId1" Type="http://schemas.openxmlformats.org/officeDocument/2006/relationships/tags" Target="../tags/tag8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914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C3E50"/>
                </a:solidFill>
              </a:defRPr>
            </a:pPr>
            <a:r>
              <a:t>Buildings – market-based instruments</a:t>
            </a:r>
          </a:p>
        </p:txBody>
      </p:sp>
      <p:sp>
        <p:nvSpPr>
          <p:cNvPr id="3" name="TextBox 2"/>
          <p:cNvSpPr txBox="1"/>
          <p:nvPr>
            <p:custDataLst>
              <p:tags r:id="rId1"/>
            </p:custDataLst>
          </p:nvPr>
        </p:nvSpPr>
        <p:spPr>
          <a:xfrm>
            <a:off x="1110838" y="1005840"/>
            <a:ext cx="2350323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/>
            </a:pPr>
            <a:r>
              <a:rPr dirty="0" err="1"/>
              <a:t>Low+</a:t>
            </a:r>
            <a:r>
              <a:rPr lang="en-US" dirty="0" err="1"/>
              <a:t>Rise+</a:t>
            </a:r>
            <a:r>
              <a:rPr dirty="0" err="1"/>
              <a:t>Low</a:t>
            </a:r>
            <a:r>
              <a:rPr dirty="0"/>
              <a:t> (14 countries)</a:t>
            </a:r>
            <a:endParaRPr dirty="0"/>
          </a:p>
        </p:txBody>
      </p:sp>
      <p:pic>
        <p:nvPicPr>
          <p:cNvPr id="4" name="Picture 3" descr="image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57200" y="1325880"/>
            <a:ext cx="3657600" cy="2438400"/>
          </a:xfrm>
          <a:prstGeom prst="rect">
            <a:avLst/>
          </a:prstGeom>
        </p:spPr>
      </p:pic>
      <p:sp>
        <p:nvSpPr>
          <p:cNvPr id="5" name="TextBox 4"/>
          <p:cNvSpPr txBox="1"/>
          <p:nvPr>
            <p:custDataLst>
              <p:tags r:id="rId4"/>
            </p:custDataLst>
          </p:nvPr>
        </p:nvSpPr>
        <p:spPr>
          <a:xfrm>
            <a:off x="4251960" y="10058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/>
            </a:pPr>
            <a:r>
              <a:t>Low+Rise+Medium (29 countries)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251960" y="1325880"/>
            <a:ext cx="3657600" cy="2438400"/>
          </a:xfrm>
          <a:prstGeom prst="rect">
            <a:avLst/>
          </a:prstGeom>
        </p:spPr>
      </p:pic>
      <p:sp>
        <p:nvSpPr>
          <p:cNvPr id="7" name="TextBox 6"/>
          <p:cNvSpPr txBox="1"/>
          <p:nvPr>
            <p:custDataLst>
              <p:tags r:id="rId7"/>
            </p:custDataLst>
          </p:nvPr>
        </p:nvSpPr>
        <p:spPr>
          <a:xfrm>
            <a:off x="8710457" y="1005840"/>
            <a:ext cx="2330125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/>
            </a:pPr>
            <a:r>
              <a:rPr lang="en-US" dirty="0" err="1"/>
              <a:t>High</a:t>
            </a:r>
            <a:r>
              <a:rPr dirty="0" err="1"/>
              <a:t>+Rise+</a:t>
            </a:r>
            <a:r>
              <a:rPr lang="en-US" dirty="0" err="1"/>
              <a:t>High</a:t>
            </a:r>
            <a:r>
              <a:rPr dirty="0"/>
              <a:t> (6 countries)</a:t>
            </a:r>
            <a:endParaRPr dirty="0"/>
          </a:p>
        </p:txBody>
      </p:sp>
      <p:pic>
        <p:nvPicPr>
          <p:cNvPr id="8" name="Picture 7" descr="image.png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8046720" y="1325880"/>
            <a:ext cx="3657600" cy="24384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914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C3E50"/>
                </a:solidFill>
              </a:defRPr>
            </a:pPr>
            <a:r>
              <a:t>Buildings – non market-based instruments</a:t>
            </a:r>
          </a:p>
        </p:txBody>
      </p:sp>
      <p:sp>
        <p:nvSpPr>
          <p:cNvPr id="3" name="TextBox 2"/>
          <p:cNvSpPr txBox="1"/>
          <p:nvPr>
            <p:custDataLst>
              <p:tags r:id="rId1"/>
            </p:custDataLst>
          </p:nvPr>
        </p:nvSpPr>
        <p:spPr>
          <a:xfrm>
            <a:off x="1167130" y="1005840"/>
            <a:ext cx="2237740" cy="30670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/>
            </a:pPr>
            <a:r>
              <a:t>Low+Rise+</a:t>
            </a:r>
            <a:r>
              <a:rPr lang="en-US"/>
              <a:t>Low</a:t>
            </a:r>
            <a:r>
              <a:t> (3 countries)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57200" y="1325880"/>
            <a:ext cx="3657600" cy="2438400"/>
          </a:xfrm>
          <a:prstGeom prst="rect">
            <a:avLst/>
          </a:prstGeom>
        </p:spPr>
      </p:pic>
      <p:sp>
        <p:nvSpPr>
          <p:cNvPr id="5" name="TextBox 4"/>
          <p:cNvSpPr txBox="1"/>
          <p:nvPr>
            <p:custDataLst>
              <p:tags r:id="rId4"/>
            </p:custDataLst>
          </p:nvPr>
        </p:nvSpPr>
        <p:spPr>
          <a:xfrm>
            <a:off x="4756150" y="1005840"/>
            <a:ext cx="2649220" cy="30670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/>
            </a:pPr>
            <a:r>
              <a:t>Low+Rise+</a:t>
            </a:r>
            <a:r>
              <a:rPr lang="en-US"/>
              <a:t>Medium</a:t>
            </a:r>
            <a:r>
              <a:t> (13 countries)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251960" y="1325880"/>
            <a:ext cx="3657600" cy="2438400"/>
          </a:xfrm>
          <a:prstGeom prst="rect">
            <a:avLst/>
          </a:prstGeom>
        </p:spPr>
      </p:pic>
      <p:sp>
        <p:nvSpPr>
          <p:cNvPr id="7" name="TextBox 6"/>
          <p:cNvSpPr txBox="1"/>
          <p:nvPr>
            <p:custDataLst>
              <p:tags r:id="rId7"/>
            </p:custDataLst>
          </p:nvPr>
        </p:nvSpPr>
        <p:spPr>
          <a:xfrm>
            <a:off x="8534400" y="1005840"/>
            <a:ext cx="2682240" cy="30670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/>
            </a:pPr>
            <a:r>
              <a:rPr lang="en-US" dirty="0" err="1"/>
              <a:t>High</a:t>
            </a:r>
            <a:r>
              <a:rPr dirty="0" err="1"/>
              <a:t>+Rise+</a:t>
            </a:r>
            <a:r>
              <a:rPr lang="en-US" dirty="0" err="1"/>
              <a:t>Medium</a:t>
            </a:r>
            <a:r>
              <a:rPr dirty="0"/>
              <a:t> (33 countries)</a:t>
            </a:r>
            <a:endParaRPr dirty="0"/>
          </a:p>
        </p:txBody>
      </p:sp>
      <p:pic>
        <p:nvPicPr>
          <p:cNvPr id="8" name="Picture 7" descr="image.png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8046720" y="1325880"/>
            <a:ext cx="3657600" cy="24384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914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C3E50"/>
                </a:solidFill>
              </a:defRPr>
            </a:pPr>
            <a:r>
              <a:t>Climate governance</a:t>
            </a:r>
          </a:p>
        </p:txBody>
      </p:sp>
      <p:sp>
        <p:nvSpPr>
          <p:cNvPr id="3" name="TextBox 2"/>
          <p:cNvSpPr txBox="1"/>
          <p:nvPr>
            <p:custDataLst>
              <p:tags r:id="rId1"/>
            </p:custDataLst>
          </p:nvPr>
        </p:nvSpPr>
        <p:spPr>
          <a:xfrm>
            <a:off x="457200" y="10058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/>
            </a:pPr>
            <a:r>
              <a:t>Low+Stable+Low (28 countries)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57200" y="1325880"/>
            <a:ext cx="3657600" cy="2438400"/>
          </a:xfrm>
          <a:prstGeom prst="rect">
            <a:avLst/>
          </a:prstGeom>
        </p:spPr>
      </p:pic>
      <p:sp>
        <p:nvSpPr>
          <p:cNvPr id="5" name="TextBox 4"/>
          <p:cNvSpPr txBox="1"/>
          <p:nvPr>
            <p:custDataLst>
              <p:tags r:id="rId4"/>
            </p:custDataLst>
          </p:nvPr>
        </p:nvSpPr>
        <p:spPr>
          <a:xfrm>
            <a:off x="4900295" y="1005840"/>
            <a:ext cx="2360930" cy="30670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/>
            </a:pPr>
            <a:r>
              <a:t>Low+Rise+</a:t>
            </a:r>
            <a:r>
              <a:rPr lang="en-US"/>
              <a:t>High</a:t>
            </a:r>
            <a:r>
              <a:t> (14 countries)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251960" y="1325880"/>
            <a:ext cx="3657600" cy="2438400"/>
          </a:xfrm>
          <a:prstGeom prst="rect">
            <a:avLst/>
          </a:prstGeom>
        </p:spPr>
      </p:pic>
      <p:sp>
        <p:nvSpPr>
          <p:cNvPr id="7" name="TextBox 6"/>
          <p:cNvSpPr txBox="1"/>
          <p:nvPr>
            <p:custDataLst>
              <p:tags r:id="rId7"/>
            </p:custDataLst>
          </p:nvPr>
        </p:nvSpPr>
        <p:spPr>
          <a:xfrm>
            <a:off x="8723630" y="1005840"/>
            <a:ext cx="2303780" cy="30670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/>
            </a:pPr>
            <a:r>
              <a:rPr lang="en-US"/>
              <a:t>High</a:t>
            </a:r>
            <a:r>
              <a:t>+Rise+High (7 countries)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8046720" y="1325880"/>
            <a:ext cx="3657600" cy="24384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914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C3E50"/>
                </a:solidFill>
              </a:defRPr>
            </a:pPr>
            <a:r>
              <a:t>Electricity – market-based instruments</a:t>
            </a:r>
          </a:p>
        </p:txBody>
      </p:sp>
      <p:sp>
        <p:nvSpPr>
          <p:cNvPr id="3" name="TextBox 2"/>
          <p:cNvSpPr txBox="1"/>
          <p:nvPr>
            <p:custDataLst>
              <p:tags r:id="rId1"/>
            </p:custDataLst>
          </p:nvPr>
        </p:nvSpPr>
        <p:spPr>
          <a:xfrm>
            <a:off x="457200" y="10058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/>
            </a:pPr>
            <a:r>
              <a:t>Low+Rise+Low (22 countries)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57200" y="1325880"/>
            <a:ext cx="3657600" cy="2438400"/>
          </a:xfrm>
          <a:prstGeom prst="rect">
            <a:avLst/>
          </a:prstGeom>
        </p:spPr>
      </p:pic>
      <p:sp>
        <p:nvSpPr>
          <p:cNvPr id="5" name="TextBox 4"/>
          <p:cNvSpPr txBox="1"/>
          <p:nvPr>
            <p:custDataLst>
              <p:tags r:id="rId4"/>
            </p:custDataLst>
          </p:nvPr>
        </p:nvSpPr>
        <p:spPr>
          <a:xfrm>
            <a:off x="4251960" y="10058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/>
            </a:pPr>
            <a:r>
              <a:t>Low+Stable+Low (3 countries)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251960" y="1325880"/>
            <a:ext cx="3657600" cy="2438400"/>
          </a:xfrm>
          <a:prstGeom prst="rect">
            <a:avLst/>
          </a:prstGeom>
        </p:spPr>
      </p:pic>
      <p:sp>
        <p:nvSpPr>
          <p:cNvPr id="7" name="TextBox 6"/>
          <p:cNvSpPr txBox="1"/>
          <p:nvPr>
            <p:custDataLst>
              <p:tags r:id="rId7"/>
            </p:custDataLst>
          </p:nvPr>
        </p:nvSpPr>
        <p:spPr>
          <a:xfrm>
            <a:off x="8678545" y="1005840"/>
            <a:ext cx="2393950" cy="30670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/>
            </a:pPr>
            <a:r>
              <a:rPr lang="en-US"/>
              <a:t>High</a:t>
            </a:r>
            <a:r>
              <a:t>+Rise+</a:t>
            </a:r>
            <a:r>
              <a:rPr lang="en-US"/>
              <a:t>High</a:t>
            </a:r>
            <a:r>
              <a:t> (24 countries)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8046720" y="1325880"/>
            <a:ext cx="3657600" cy="2438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914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C3E50"/>
                </a:solidFill>
              </a:defRPr>
            </a:pPr>
            <a:r>
              <a:t>Electricity – non market-based instruments</a:t>
            </a:r>
          </a:p>
        </p:txBody>
      </p:sp>
      <p:sp>
        <p:nvSpPr>
          <p:cNvPr id="3" name="TextBox 2"/>
          <p:cNvSpPr txBox="1"/>
          <p:nvPr>
            <p:custDataLst>
              <p:tags r:id="rId1"/>
            </p:custDataLst>
          </p:nvPr>
        </p:nvSpPr>
        <p:spPr>
          <a:xfrm>
            <a:off x="457200" y="10058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/>
            </a:pPr>
            <a:r>
              <a:t>Low+Rise+Low (12 countries)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57200" y="1325880"/>
            <a:ext cx="3657600" cy="2438400"/>
          </a:xfrm>
          <a:prstGeom prst="rect">
            <a:avLst/>
          </a:prstGeom>
        </p:spPr>
      </p:pic>
      <p:sp>
        <p:nvSpPr>
          <p:cNvPr id="5" name="TextBox 4"/>
          <p:cNvSpPr txBox="1"/>
          <p:nvPr>
            <p:custDataLst>
              <p:tags r:id="rId4"/>
            </p:custDataLst>
          </p:nvPr>
        </p:nvSpPr>
        <p:spPr>
          <a:xfrm>
            <a:off x="4595495" y="1005840"/>
            <a:ext cx="2970530" cy="30670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/>
            </a:pPr>
            <a:r>
              <a:rPr lang="en-US"/>
              <a:t>Medium</a:t>
            </a:r>
            <a:r>
              <a:t>+Rise+Medium (19 countries)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251960" y="1325880"/>
            <a:ext cx="3657600" cy="2438400"/>
          </a:xfrm>
          <a:prstGeom prst="rect">
            <a:avLst/>
          </a:prstGeom>
        </p:spPr>
      </p:pic>
      <p:sp>
        <p:nvSpPr>
          <p:cNvPr id="7" name="TextBox 6"/>
          <p:cNvSpPr txBox="1"/>
          <p:nvPr>
            <p:custDataLst>
              <p:tags r:id="rId7"/>
            </p:custDataLst>
          </p:nvPr>
        </p:nvSpPr>
        <p:spPr>
          <a:xfrm>
            <a:off x="8678545" y="1005840"/>
            <a:ext cx="2393950" cy="30670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/>
            </a:pPr>
            <a:r>
              <a:rPr lang="en-US"/>
              <a:t>High</a:t>
            </a:r>
            <a:r>
              <a:t>+Rise+High (18 countries)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8046720" y="1325880"/>
            <a:ext cx="3657600" cy="24384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914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C3E50"/>
                </a:solidFill>
              </a:defRPr>
            </a:pPr>
            <a:r>
              <a:t>Fossil fuel production policies</a:t>
            </a:r>
          </a:p>
        </p:txBody>
      </p:sp>
      <p:sp>
        <p:nvSpPr>
          <p:cNvPr id="3" name="TextBox 2"/>
          <p:cNvSpPr txBox="1"/>
          <p:nvPr>
            <p:custDataLst>
              <p:tags r:id="rId1"/>
            </p:custDataLst>
          </p:nvPr>
        </p:nvSpPr>
        <p:spPr>
          <a:xfrm>
            <a:off x="457200" y="10058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/>
            </a:pPr>
            <a:r>
              <a:t>Low+Stable+Low (10 countries)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57200" y="1325880"/>
            <a:ext cx="3657600" cy="2438400"/>
          </a:xfrm>
          <a:prstGeom prst="rect">
            <a:avLst/>
          </a:prstGeom>
        </p:spPr>
      </p:pic>
      <p:sp>
        <p:nvSpPr>
          <p:cNvPr id="5" name="TextBox 4"/>
          <p:cNvSpPr txBox="1"/>
          <p:nvPr>
            <p:custDataLst>
              <p:tags r:id="rId4"/>
            </p:custDataLst>
          </p:nvPr>
        </p:nvSpPr>
        <p:spPr>
          <a:xfrm>
            <a:off x="4251960" y="10058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/>
            </a:pPr>
            <a:r>
              <a:t>Low+Rise+Medium (38 countries)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251960" y="1325880"/>
            <a:ext cx="3657600" cy="2438400"/>
          </a:xfrm>
          <a:prstGeom prst="rect">
            <a:avLst/>
          </a:prstGeom>
        </p:spPr>
      </p:pic>
      <p:sp>
        <p:nvSpPr>
          <p:cNvPr id="7" name="TextBox 6"/>
          <p:cNvSpPr txBox="1"/>
          <p:nvPr>
            <p:custDataLst>
              <p:tags r:id="rId7"/>
            </p:custDataLst>
          </p:nvPr>
        </p:nvSpPr>
        <p:spPr>
          <a:xfrm>
            <a:off x="8532813" y="1005840"/>
            <a:ext cx="2685415" cy="30670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/>
            </a:pPr>
            <a:r>
              <a:rPr lang="en-US"/>
              <a:t>High</a:t>
            </a:r>
            <a:r>
              <a:t>+</a:t>
            </a:r>
            <a:r>
              <a:rPr lang="en-US"/>
              <a:t>Fluctuate</a:t>
            </a:r>
            <a:r>
              <a:t>+</a:t>
            </a:r>
            <a:r>
              <a:rPr lang="en-US"/>
              <a:t>High</a:t>
            </a:r>
            <a:r>
              <a:t> (1 countries)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8046720" y="1325880"/>
            <a:ext cx="3657600" cy="2438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914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C3E50"/>
                </a:solidFill>
              </a:defRPr>
            </a:pPr>
            <a:r>
              <a:t>GHG emissions data and reporting</a:t>
            </a:r>
          </a:p>
        </p:txBody>
      </p:sp>
      <p:sp>
        <p:nvSpPr>
          <p:cNvPr id="3" name="TextBox 2"/>
          <p:cNvSpPr txBox="1"/>
          <p:nvPr>
            <p:custDataLst>
              <p:tags r:id="rId1"/>
            </p:custDataLst>
          </p:nvPr>
        </p:nvSpPr>
        <p:spPr>
          <a:xfrm>
            <a:off x="917997" y="1005840"/>
            <a:ext cx="2736005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/>
            </a:pPr>
            <a:r>
              <a:rPr dirty="0" err="1"/>
              <a:t>Low+</a:t>
            </a:r>
            <a:r>
              <a:rPr lang="en-US" dirty="0" err="1">
                <a:sym typeface="+mn-ea"/>
              </a:rPr>
              <a:t>Fluctuate</a:t>
            </a:r>
            <a:r>
              <a:rPr dirty="0" err="1"/>
              <a:t>+Low</a:t>
            </a:r>
            <a:r>
              <a:rPr dirty="0"/>
              <a:t>(11 countries)</a:t>
            </a:r>
            <a:endParaRPr dirty="0"/>
          </a:p>
        </p:txBody>
      </p:sp>
      <p:pic>
        <p:nvPicPr>
          <p:cNvPr id="4" name="Picture 3" descr="image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57200" y="1325880"/>
            <a:ext cx="3657600" cy="2438400"/>
          </a:xfrm>
          <a:prstGeom prst="rect">
            <a:avLst/>
          </a:prstGeom>
        </p:spPr>
      </p:pic>
      <p:sp>
        <p:nvSpPr>
          <p:cNvPr id="5" name="TextBox 4"/>
          <p:cNvSpPr txBox="1"/>
          <p:nvPr>
            <p:custDataLst>
              <p:tags r:id="rId4"/>
            </p:custDataLst>
          </p:nvPr>
        </p:nvSpPr>
        <p:spPr>
          <a:xfrm>
            <a:off x="4577945" y="1005840"/>
            <a:ext cx="3005631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/>
            </a:pPr>
            <a:r>
              <a:rPr dirty="0" err="1"/>
              <a:t>Low+</a:t>
            </a:r>
            <a:r>
              <a:rPr lang="en-US" dirty="0" err="1">
                <a:sym typeface="+mn-ea"/>
              </a:rPr>
              <a:t>Fluctuate</a:t>
            </a:r>
            <a:r>
              <a:rPr dirty="0" err="1"/>
              <a:t>+</a:t>
            </a:r>
            <a:r>
              <a:rPr lang="en-US" dirty="0" err="1"/>
              <a:t>Medium</a:t>
            </a:r>
            <a:r>
              <a:rPr dirty="0"/>
              <a:t>(7 countries)</a:t>
            </a:r>
            <a:endParaRPr dirty="0"/>
          </a:p>
        </p:txBody>
      </p:sp>
      <p:pic>
        <p:nvPicPr>
          <p:cNvPr id="6" name="Picture 5" descr="image.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251960" y="1325880"/>
            <a:ext cx="3657600" cy="2438400"/>
          </a:xfrm>
          <a:prstGeom prst="rect">
            <a:avLst/>
          </a:prstGeom>
        </p:spPr>
      </p:pic>
      <p:sp>
        <p:nvSpPr>
          <p:cNvPr id="7" name="TextBox 6"/>
          <p:cNvSpPr txBox="1"/>
          <p:nvPr>
            <p:custDataLst>
              <p:tags r:id="rId7"/>
            </p:custDataLst>
          </p:nvPr>
        </p:nvSpPr>
        <p:spPr>
          <a:xfrm>
            <a:off x="8534400" y="1005840"/>
            <a:ext cx="2682240" cy="30670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/>
            </a:pPr>
            <a:r>
              <a:rPr lang="en-US"/>
              <a:t>Medium</a:t>
            </a:r>
            <a:r>
              <a:t>+Rise+High (31 countries)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8046720" y="1325880"/>
            <a:ext cx="3657600" cy="2438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914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C3E50"/>
                </a:solidFill>
              </a:defRPr>
            </a:pPr>
            <a:r>
              <a:t>GHG emissions targets</a:t>
            </a:r>
          </a:p>
        </p:txBody>
      </p:sp>
      <p:sp>
        <p:nvSpPr>
          <p:cNvPr id="3" name="TextBox 2"/>
          <p:cNvSpPr txBox="1"/>
          <p:nvPr>
            <p:custDataLst>
              <p:tags r:id="rId1"/>
            </p:custDataLst>
          </p:nvPr>
        </p:nvSpPr>
        <p:spPr>
          <a:xfrm>
            <a:off x="1122045" y="1005840"/>
            <a:ext cx="2327910" cy="30670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/>
            </a:pPr>
            <a:r>
              <a:t>Low+Rise+</a:t>
            </a:r>
            <a:r>
              <a:rPr lang="en-US"/>
              <a:t>Low</a:t>
            </a:r>
            <a:r>
              <a:t> (10 countries)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57200" y="1325880"/>
            <a:ext cx="3657600" cy="2438400"/>
          </a:xfrm>
          <a:prstGeom prst="rect">
            <a:avLst/>
          </a:prstGeom>
        </p:spPr>
      </p:pic>
      <p:sp>
        <p:nvSpPr>
          <p:cNvPr id="5" name="TextBox 4"/>
          <p:cNvSpPr txBox="1"/>
          <p:nvPr>
            <p:custDataLst>
              <p:tags r:id="rId4"/>
            </p:custDataLst>
          </p:nvPr>
        </p:nvSpPr>
        <p:spPr>
          <a:xfrm>
            <a:off x="4756150" y="1005840"/>
            <a:ext cx="2649220" cy="30670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/>
            </a:pPr>
            <a:r>
              <a:t>Low+Rise+</a:t>
            </a:r>
            <a:r>
              <a:rPr lang="en-US"/>
              <a:t>Medium</a:t>
            </a:r>
            <a:r>
              <a:t> (28 countries)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251960" y="1325880"/>
            <a:ext cx="3657600" cy="2438400"/>
          </a:xfrm>
          <a:prstGeom prst="rect">
            <a:avLst/>
          </a:prstGeom>
        </p:spPr>
      </p:pic>
      <p:sp>
        <p:nvSpPr>
          <p:cNvPr id="7" name="TextBox 6"/>
          <p:cNvSpPr txBox="1"/>
          <p:nvPr>
            <p:custDataLst>
              <p:tags r:id="rId7"/>
            </p:custDataLst>
          </p:nvPr>
        </p:nvSpPr>
        <p:spPr>
          <a:xfrm>
            <a:off x="8046720" y="10058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/>
            </a:pPr>
            <a:r>
              <a:t>Low+Rise+High (11 countries)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8046720" y="1325880"/>
            <a:ext cx="3657600" cy="24384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914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C3E50"/>
                </a:solidFill>
              </a:defRPr>
            </a:pPr>
            <a:r>
              <a:t>Industry – market-based instruments</a:t>
            </a:r>
          </a:p>
        </p:txBody>
      </p:sp>
      <p:sp>
        <p:nvSpPr>
          <p:cNvPr id="3" name="TextBox 2"/>
          <p:cNvSpPr txBox="1"/>
          <p:nvPr>
            <p:custDataLst>
              <p:tags r:id="rId1"/>
            </p:custDataLst>
          </p:nvPr>
        </p:nvSpPr>
        <p:spPr>
          <a:xfrm>
            <a:off x="457200" y="10058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/>
            </a:pPr>
            <a:r>
              <a:t>Low+Rise+Low (8 countries)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57200" y="1325880"/>
            <a:ext cx="3657600" cy="2438400"/>
          </a:xfrm>
          <a:prstGeom prst="rect">
            <a:avLst/>
          </a:prstGeom>
        </p:spPr>
      </p:pic>
      <p:sp>
        <p:nvSpPr>
          <p:cNvPr id="5" name="TextBox 4"/>
          <p:cNvSpPr txBox="1"/>
          <p:nvPr>
            <p:custDataLst>
              <p:tags r:id="rId4"/>
            </p:custDataLst>
          </p:nvPr>
        </p:nvSpPr>
        <p:spPr>
          <a:xfrm>
            <a:off x="4251960" y="10058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/>
            </a:pPr>
            <a:r>
              <a:t>Low+Rise+Medium (24 countries)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251960" y="1325880"/>
            <a:ext cx="3657600" cy="2438400"/>
          </a:xfrm>
          <a:prstGeom prst="rect">
            <a:avLst/>
          </a:prstGeom>
        </p:spPr>
      </p:pic>
      <p:sp>
        <p:nvSpPr>
          <p:cNvPr id="7" name="TextBox 6"/>
          <p:cNvSpPr txBox="1"/>
          <p:nvPr>
            <p:custDataLst>
              <p:tags r:id="rId7"/>
            </p:custDataLst>
          </p:nvPr>
        </p:nvSpPr>
        <p:spPr>
          <a:xfrm>
            <a:off x="8678545" y="1005840"/>
            <a:ext cx="2393950" cy="30670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/>
            </a:pPr>
            <a:r>
              <a:rPr lang="en-US"/>
              <a:t>High</a:t>
            </a:r>
            <a:r>
              <a:t>+Rise+</a:t>
            </a:r>
            <a:r>
              <a:rPr lang="en-US"/>
              <a:t>High</a:t>
            </a:r>
            <a:r>
              <a:t> (17 countries)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8046720" y="1325880"/>
            <a:ext cx="3657600" cy="24384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914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C3E50"/>
                </a:solidFill>
              </a:defRPr>
            </a:pPr>
            <a:r>
              <a:t>Industry – non market-based instruments</a:t>
            </a:r>
          </a:p>
        </p:txBody>
      </p:sp>
      <p:sp>
        <p:nvSpPr>
          <p:cNvPr id="3" name="TextBox 2"/>
          <p:cNvSpPr txBox="1"/>
          <p:nvPr>
            <p:custDataLst>
              <p:tags r:id="rId1"/>
            </p:custDataLst>
          </p:nvPr>
        </p:nvSpPr>
        <p:spPr>
          <a:xfrm>
            <a:off x="457200" y="10058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/>
            </a:pPr>
            <a:r>
              <a:t>Low+Rise+Medium (14 countries)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57200" y="1325880"/>
            <a:ext cx="3657600" cy="2438400"/>
          </a:xfrm>
          <a:prstGeom prst="rect">
            <a:avLst/>
          </a:prstGeom>
        </p:spPr>
      </p:pic>
      <p:sp>
        <p:nvSpPr>
          <p:cNvPr id="5" name="TextBox 4"/>
          <p:cNvSpPr txBox="1"/>
          <p:nvPr>
            <p:custDataLst>
              <p:tags r:id="rId4"/>
            </p:custDataLst>
          </p:nvPr>
        </p:nvSpPr>
        <p:spPr>
          <a:xfrm>
            <a:off x="4784725" y="1005840"/>
            <a:ext cx="2592070" cy="30670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/>
            </a:pPr>
            <a:r>
              <a:rPr lang="en-US"/>
              <a:t>High</a:t>
            </a:r>
            <a:r>
              <a:t>+Rise+</a:t>
            </a:r>
            <a:r>
              <a:rPr lang="en-US"/>
              <a:t>Medium</a:t>
            </a:r>
            <a:r>
              <a:t> (7 countries)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251960" y="1325880"/>
            <a:ext cx="3657600" cy="2438400"/>
          </a:xfrm>
          <a:prstGeom prst="rect">
            <a:avLst/>
          </a:prstGeom>
        </p:spPr>
      </p:pic>
      <p:sp>
        <p:nvSpPr>
          <p:cNvPr id="7" name="TextBox 6"/>
          <p:cNvSpPr txBox="1"/>
          <p:nvPr>
            <p:custDataLst>
              <p:tags r:id="rId7"/>
            </p:custDataLst>
          </p:nvPr>
        </p:nvSpPr>
        <p:spPr>
          <a:xfrm>
            <a:off x="8046720" y="10058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/>
            </a:pPr>
            <a:r>
              <a:t>Low+Rise+High (28 countries)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8046720" y="1325880"/>
            <a:ext cx="3657600" cy="24384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914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C3E50"/>
                </a:solidFill>
              </a:defRPr>
            </a:pPr>
            <a:r>
              <a:t>International climate co-operation</a:t>
            </a:r>
          </a:p>
        </p:txBody>
      </p:sp>
      <p:sp>
        <p:nvSpPr>
          <p:cNvPr id="3" name="TextBox 2"/>
          <p:cNvSpPr txBox="1"/>
          <p:nvPr>
            <p:custDataLst>
              <p:tags r:id="rId1"/>
            </p:custDataLst>
          </p:nvPr>
        </p:nvSpPr>
        <p:spPr>
          <a:xfrm>
            <a:off x="1167130" y="1005840"/>
            <a:ext cx="2237740" cy="30670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/>
            </a:pPr>
            <a:r>
              <a:t>Low+Rise+</a:t>
            </a:r>
            <a:r>
              <a:rPr lang="en-US"/>
              <a:t>Low</a:t>
            </a:r>
            <a:r>
              <a:t> (3 countries)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57200" y="1325880"/>
            <a:ext cx="3657600" cy="2438400"/>
          </a:xfrm>
          <a:prstGeom prst="rect">
            <a:avLst/>
          </a:prstGeom>
        </p:spPr>
      </p:pic>
      <p:sp>
        <p:nvSpPr>
          <p:cNvPr id="5" name="TextBox 4"/>
          <p:cNvSpPr txBox="1"/>
          <p:nvPr>
            <p:custDataLst>
              <p:tags r:id="rId4"/>
            </p:custDataLst>
          </p:nvPr>
        </p:nvSpPr>
        <p:spPr>
          <a:xfrm>
            <a:off x="4595495" y="1005840"/>
            <a:ext cx="2970530" cy="30670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/>
            </a:pPr>
            <a:r>
              <a:rPr lang="en-US"/>
              <a:t>Medium</a:t>
            </a:r>
            <a:r>
              <a:t>+Rise+</a:t>
            </a:r>
            <a:r>
              <a:rPr lang="en-US"/>
              <a:t>Medium</a:t>
            </a:r>
            <a:r>
              <a:t> (25 countries)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251960" y="1325880"/>
            <a:ext cx="3657600" cy="2438400"/>
          </a:xfrm>
          <a:prstGeom prst="rect">
            <a:avLst/>
          </a:prstGeom>
        </p:spPr>
      </p:pic>
      <p:sp>
        <p:nvSpPr>
          <p:cNvPr id="7" name="TextBox 6"/>
          <p:cNvSpPr txBox="1"/>
          <p:nvPr>
            <p:custDataLst>
              <p:tags r:id="rId7"/>
            </p:custDataLst>
          </p:nvPr>
        </p:nvSpPr>
        <p:spPr>
          <a:xfrm>
            <a:off x="8534400" y="1005840"/>
            <a:ext cx="2682240" cy="30670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/>
            </a:pPr>
            <a:r>
              <a:rPr lang="en-US"/>
              <a:t>Medium</a:t>
            </a:r>
            <a:r>
              <a:t>+Rise+High (21 countries)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8046720" y="1325880"/>
            <a:ext cx="3657600" cy="24384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914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C3E50"/>
                </a:solidFill>
              </a:defRPr>
            </a:pPr>
            <a:r>
              <a:t>International public finance</a:t>
            </a:r>
          </a:p>
        </p:txBody>
      </p:sp>
      <p:sp>
        <p:nvSpPr>
          <p:cNvPr id="3" name="TextBox 2"/>
          <p:cNvSpPr txBox="1"/>
          <p:nvPr>
            <p:custDataLst>
              <p:tags r:id="rId1"/>
            </p:custDataLst>
          </p:nvPr>
        </p:nvSpPr>
        <p:spPr>
          <a:xfrm>
            <a:off x="457200" y="10058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/>
            </a:pPr>
            <a:r>
              <a:t>Low+Stable+Low (4 countries)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57200" y="1325880"/>
            <a:ext cx="3657600" cy="2438400"/>
          </a:xfrm>
          <a:prstGeom prst="rect">
            <a:avLst/>
          </a:prstGeom>
        </p:spPr>
      </p:pic>
      <p:sp>
        <p:nvSpPr>
          <p:cNvPr id="5" name="TextBox 4"/>
          <p:cNvSpPr txBox="1"/>
          <p:nvPr>
            <p:custDataLst>
              <p:tags r:id="rId4"/>
            </p:custDataLst>
          </p:nvPr>
        </p:nvSpPr>
        <p:spPr>
          <a:xfrm>
            <a:off x="4916805" y="1005840"/>
            <a:ext cx="2327910" cy="30670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/>
            </a:pPr>
            <a:r>
              <a:t>Low+Rise+</a:t>
            </a:r>
            <a:r>
              <a:rPr lang="en-US"/>
              <a:t>Low</a:t>
            </a:r>
            <a:r>
              <a:t> (25 countries)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251960" y="1325880"/>
            <a:ext cx="3657600" cy="2438400"/>
          </a:xfrm>
          <a:prstGeom prst="rect">
            <a:avLst/>
          </a:prstGeom>
        </p:spPr>
      </p:pic>
      <p:sp>
        <p:nvSpPr>
          <p:cNvPr id="7" name="TextBox 6"/>
          <p:cNvSpPr txBox="1"/>
          <p:nvPr>
            <p:custDataLst>
              <p:tags r:id="rId7"/>
            </p:custDataLst>
          </p:nvPr>
        </p:nvSpPr>
        <p:spPr>
          <a:xfrm>
            <a:off x="8046720" y="10058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/>
            </a:pPr>
            <a:r>
              <a:t>Low+Rise+High (20 countries)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8046720" y="1325880"/>
            <a:ext cx="3657600" cy="24384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914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C3E50"/>
                </a:solidFill>
              </a:defRPr>
            </a:pPr>
            <a:r>
              <a:t>Public Research, Development and Demonstration</a:t>
            </a:r>
          </a:p>
        </p:txBody>
      </p:sp>
      <p:sp>
        <p:nvSpPr>
          <p:cNvPr id="3" name="TextBox 2"/>
          <p:cNvSpPr txBox="1"/>
          <p:nvPr>
            <p:custDataLst>
              <p:tags r:id="rId1"/>
            </p:custDataLst>
          </p:nvPr>
        </p:nvSpPr>
        <p:spPr>
          <a:xfrm>
            <a:off x="457200" y="10058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/>
            </a:pPr>
            <a:r>
              <a:t>Low+Stable+Low (24 countries)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57200" y="1325880"/>
            <a:ext cx="3657600" cy="2438400"/>
          </a:xfrm>
          <a:prstGeom prst="rect">
            <a:avLst/>
          </a:prstGeom>
        </p:spPr>
      </p:pic>
      <p:sp>
        <p:nvSpPr>
          <p:cNvPr id="5" name="TextBox 4"/>
          <p:cNvSpPr txBox="1"/>
          <p:nvPr>
            <p:custDataLst>
              <p:tags r:id="rId4"/>
            </p:custDataLst>
          </p:nvPr>
        </p:nvSpPr>
        <p:spPr>
          <a:xfrm>
            <a:off x="4449763" y="1005840"/>
            <a:ext cx="3261995" cy="30670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/>
            </a:pPr>
            <a:r>
              <a:rPr lang="en-US"/>
              <a:t>Medium</a:t>
            </a:r>
            <a:r>
              <a:t>+</a:t>
            </a:r>
            <a:r>
              <a:rPr lang="en-US"/>
              <a:t>Fluctuate</a:t>
            </a:r>
            <a:r>
              <a:t>+Medium (8 countries)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251960" y="1325880"/>
            <a:ext cx="3657600" cy="2438400"/>
          </a:xfrm>
          <a:prstGeom prst="rect">
            <a:avLst/>
          </a:prstGeom>
        </p:spPr>
      </p:pic>
      <p:sp>
        <p:nvSpPr>
          <p:cNvPr id="7" name="TextBox 6"/>
          <p:cNvSpPr txBox="1"/>
          <p:nvPr>
            <p:custDataLst>
              <p:tags r:id="rId7"/>
            </p:custDataLst>
          </p:nvPr>
        </p:nvSpPr>
        <p:spPr>
          <a:xfrm>
            <a:off x="8664772" y="1005840"/>
            <a:ext cx="2421497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/>
            </a:pPr>
            <a:r>
              <a:rPr lang="en-US" err="1"/>
              <a:t>High</a:t>
            </a:r>
            <a:r>
              <a:t>+</a:t>
            </a:r>
            <a:r>
              <a:rPr lang="en-US"/>
              <a:t>Rise</a:t>
            </a:r>
            <a:r>
              <a:t>+</a:t>
            </a:r>
            <a:r>
              <a:rPr dirty="0" err="1"/>
              <a:t>High</a:t>
            </a:r>
            <a:r>
              <a:rPr dirty="0"/>
              <a:t> (17 countries)</a:t>
            </a:r>
            <a:endParaRPr dirty="0"/>
          </a:p>
        </p:txBody>
      </p:sp>
      <p:pic>
        <p:nvPicPr>
          <p:cNvPr id="8" name="Picture 7" descr="image.png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8046720" y="1325880"/>
            <a:ext cx="3657600" cy="24384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914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C3E50"/>
                </a:solidFill>
              </a:defRPr>
            </a:pPr>
            <a:r>
              <a:t>Transport – market-based instruments</a:t>
            </a:r>
          </a:p>
        </p:txBody>
      </p:sp>
      <p:sp>
        <p:nvSpPr>
          <p:cNvPr id="3" name="TextBox 2"/>
          <p:cNvSpPr txBox="1"/>
          <p:nvPr>
            <p:custDataLst>
              <p:tags r:id="rId1"/>
            </p:custDataLst>
          </p:nvPr>
        </p:nvSpPr>
        <p:spPr>
          <a:xfrm>
            <a:off x="457200" y="1005840"/>
            <a:ext cx="3657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/>
            </a:pPr>
            <a:r>
              <a:t>Low+Rise+Low (21 countries)</a:t>
            </a:r>
          </a:p>
        </p:txBody>
      </p:sp>
      <p:pic>
        <p:nvPicPr>
          <p:cNvPr id="4" name="Picture 3" descr="image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57200" y="1325880"/>
            <a:ext cx="3657600" cy="2438400"/>
          </a:xfrm>
          <a:prstGeom prst="rect">
            <a:avLst/>
          </a:prstGeom>
        </p:spPr>
      </p:pic>
      <p:sp>
        <p:nvSpPr>
          <p:cNvPr id="5" name="TextBox 4"/>
          <p:cNvSpPr txBox="1"/>
          <p:nvPr>
            <p:custDataLst>
              <p:tags r:id="rId4"/>
            </p:custDataLst>
          </p:nvPr>
        </p:nvSpPr>
        <p:spPr>
          <a:xfrm>
            <a:off x="4739640" y="1005840"/>
            <a:ext cx="2682240" cy="30670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/>
            </a:pPr>
            <a:r>
              <a:rPr lang="en-US"/>
              <a:t>Medium</a:t>
            </a:r>
            <a:r>
              <a:t>+Rise+</a:t>
            </a:r>
            <a:r>
              <a:rPr lang="en-US"/>
              <a:t>High</a:t>
            </a:r>
            <a:r>
              <a:t> (24 countries)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251960" y="1325880"/>
            <a:ext cx="3657600" cy="2438400"/>
          </a:xfrm>
          <a:prstGeom prst="rect">
            <a:avLst/>
          </a:prstGeom>
        </p:spPr>
      </p:pic>
      <p:sp>
        <p:nvSpPr>
          <p:cNvPr id="7" name="TextBox 6"/>
          <p:cNvSpPr txBox="1"/>
          <p:nvPr>
            <p:custDataLst>
              <p:tags r:id="rId7"/>
            </p:custDataLst>
          </p:nvPr>
        </p:nvSpPr>
        <p:spPr>
          <a:xfrm>
            <a:off x="8723630" y="1005840"/>
            <a:ext cx="2303780" cy="30670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/>
            </a:pPr>
            <a:r>
              <a:rPr lang="en-US"/>
              <a:t>High</a:t>
            </a:r>
            <a:r>
              <a:t>+Rise+</a:t>
            </a:r>
            <a:r>
              <a:rPr lang="en-US"/>
              <a:t>High</a:t>
            </a:r>
            <a:r>
              <a:t> (4 countries)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8046720" y="1325880"/>
            <a:ext cx="3657600" cy="24384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914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2C3E50"/>
                </a:solidFill>
              </a:defRPr>
            </a:pPr>
            <a:r>
              <a:t>Transport – non market-based instruments</a:t>
            </a:r>
          </a:p>
        </p:txBody>
      </p:sp>
      <p:sp>
        <p:nvSpPr>
          <p:cNvPr id="3" name="TextBox 2"/>
          <p:cNvSpPr txBox="1"/>
          <p:nvPr>
            <p:custDataLst>
              <p:tags r:id="rId1"/>
            </p:custDataLst>
          </p:nvPr>
        </p:nvSpPr>
        <p:spPr>
          <a:xfrm>
            <a:off x="1110838" y="1005840"/>
            <a:ext cx="2350323" cy="307777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/>
            </a:pPr>
            <a:r>
              <a:rPr dirty="0" err="1"/>
              <a:t>Low+Rise+</a:t>
            </a:r>
            <a:r>
              <a:rPr lang="en-US" dirty="0" err="1"/>
              <a:t>Low</a:t>
            </a:r>
            <a:r>
              <a:rPr dirty="0"/>
              <a:t> (16 countries)</a:t>
            </a:r>
            <a:endParaRPr dirty="0"/>
          </a:p>
        </p:txBody>
      </p:sp>
      <p:pic>
        <p:nvPicPr>
          <p:cNvPr id="4" name="Picture 3" descr="image.pn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57200" y="1325880"/>
            <a:ext cx="3657600" cy="2438400"/>
          </a:xfrm>
          <a:prstGeom prst="rect">
            <a:avLst/>
          </a:prstGeom>
        </p:spPr>
      </p:pic>
      <p:sp>
        <p:nvSpPr>
          <p:cNvPr id="5" name="TextBox 4"/>
          <p:cNvSpPr txBox="1"/>
          <p:nvPr>
            <p:custDataLst>
              <p:tags r:id="rId4"/>
            </p:custDataLst>
          </p:nvPr>
        </p:nvSpPr>
        <p:spPr>
          <a:xfrm>
            <a:off x="4595495" y="1005840"/>
            <a:ext cx="2970530" cy="30670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/>
            </a:pPr>
            <a:r>
              <a:rPr lang="en-US"/>
              <a:t>Medium</a:t>
            </a:r>
            <a:r>
              <a:t>+Rise+Medium (19 countries)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6"/>
          <a:stretch>
            <a:fillRect/>
          </a:stretch>
        </p:blipFill>
        <p:spPr>
          <a:xfrm>
            <a:off x="4251960" y="1325880"/>
            <a:ext cx="3657600" cy="2438400"/>
          </a:xfrm>
          <a:prstGeom prst="rect">
            <a:avLst/>
          </a:prstGeom>
        </p:spPr>
      </p:pic>
      <p:sp>
        <p:nvSpPr>
          <p:cNvPr id="7" name="TextBox 6"/>
          <p:cNvSpPr txBox="1"/>
          <p:nvPr>
            <p:custDataLst>
              <p:tags r:id="rId7"/>
            </p:custDataLst>
          </p:nvPr>
        </p:nvSpPr>
        <p:spPr>
          <a:xfrm>
            <a:off x="8678545" y="1005840"/>
            <a:ext cx="2393950" cy="30670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/>
            </a:pPr>
            <a:r>
              <a:rPr lang="en-US"/>
              <a:t>High</a:t>
            </a:r>
            <a:r>
              <a:t>+</a:t>
            </a:r>
            <a:r>
              <a:rPr lang="en-US"/>
              <a:t>Rise</a:t>
            </a:r>
            <a:r>
              <a:t>+High (14 countries)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tretch>
            <a:fillRect/>
          </a:stretch>
        </p:blipFill>
        <p:spPr>
          <a:xfrm>
            <a:off x="8046720" y="1325880"/>
            <a:ext cx="3657600" cy="243840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231.6,&quot;left&quot;:36,&quot;top&quot;:79.2,&quot;width&quot;:885.6}"/>
</p:tagLst>
</file>

<file path=ppt/tags/tag2.xml><?xml version="1.0" encoding="utf-8"?>
<p:tagLst xmlns:p="http://schemas.openxmlformats.org/presentationml/2006/main">
  <p:tag name="KSO_WM_DIAGRAM_VIRTUALLY_FRAME" val="{&quot;height&quot;:231.6,&quot;left&quot;:36,&quot;top&quot;:79.2,&quot;width&quot;:885.6}"/>
</p:tagLst>
</file>

<file path=ppt/tags/tag3.xml><?xml version="1.0" encoding="utf-8"?>
<p:tagLst xmlns:p="http://schemas.openxmlformats.org/presentationml/2006/main">
  <p:tag name="KSO_WM_DIAGRAM_VIRTUALLY_FRAME" val="{&quot;height&quot;:231.6,&quot;left&quot;:36,&quot;top&quot;:79.2,&quot;width&quot;:885.6}"/>
</p:tagLst>
</file>

<file path=ppt/tags/tag4.xml><?xml version="1.0" encoding="utf-8"?>
<p:tagLst xmlns:p="http://schemas.openxmlformats.org/presentationml/2006/main">
  <p:tag name="KSO_WM_DIAGRAM_VIRTUALLY_FRAME" val="{&quot;height&quot;:231.6,&quot;left&quot;:36,&quot;top&quot;:79.2,&quot;width&quot;:885.6}"/>
</p:tagLst>
</file>

<file path=ppt/tags/tag5.xml><?xml version="1.0" encoding="utf-8"?>
<p:tagLst xmlns:p="http://schemas.openxmlformats.org/presentationml/2006/main">
  <p:tag name="KSO_WM_DIAGRAM_VIRTUALLY_FRAME" val="{&quot;height&quot;:231.6,&quot;left&quot;:36,&quot;top&quot;:79.2,&quot;width&quot;:885.6}"/>
</p:tagLst>
</file>

<file path=ppt/tags/tag6.xml><?xml version="1.0" encoding="utf-8"?>
<p:tagLst xmlns:p="http://schemas.openxmlformats.org/presentationml/2006/main">
  <p:tag name="KSO_WM_DIAGRAM_VIRTUALLY_FRAME" val="{&quot;height&quot;:231.6,&quot;left&quot;:36,&quot;top&quot;:79.2,&quot;width&quot;:885.6}"/>
</p:tagLst>
</file>

<file path=ppt/tags/tag7.xml><?xml version="1.0" encoding="utf-8"?>
<p:tagLst xmlns:p="http://schemas.openxmlformats.org/presentationml/2006/main">
  <p:tag name="KSO_WM_DIAGRAM_VIRTUALLY_FRAME" val="{&quot;height&quot;:217.2,&quot;left&quot;:36,&quot;top&quot;:79.2,&quot;width&quot;:885.6}"/>
</p:tagLst>
</file>

<file path=ppt/tags/tag8.xml><?xml version="1.0" encoding="utf-8"?>
<p:tagLst xmlns:p="http://schemas.openxmlformats.org/presentationml/2006/main">
  <p:tag name="KSO_WM_DIAGRAM_VIRTUALLY_FRAME" val="{&quot;height&quot;:217.2,&quot;left&quot;:36,&quot;top&quot;:79.2,&quot;width&quot;:885.6}"/>
</p:tagLst>
</file>

<file path=ppt/tags/tag9.xml><?xml version="1.0" encoding="utf-8"?>
<p:tagLst xmlns:p="http://schemas.openxmlformats.org/presentationml/2006/main">
  <p:tag name="KSO_WM_DIAGRAM_VIRTUALLY_FRAME" val="{&quot;height&quot;:217.2,&quot;left&quot;:36,&quot;top&quot;:79.2,&quot;width&quot;:885.6}"/>
</p:tagLst>
</file>

<file path=ppt/tags/tag10.xml><?xml version="1.0" encoding="utf-8"?>
<p:tagLst xmlns:p="http://schemas.openxmlformats.org/presentationml/2006/main">
  <p:tag name="KSO_WM_DIAGRAM_VIRTUALLY_FRAME" val="{&quot;height&quot;:217.2,&quot;left&quot;:36,&quot;top&quot;:79.2,&quot;width&quot;:885.6}"/>
</p:tagLst>
</file>

<file path=ppt/tags/tag11.xml><?xml version="1.0" encoding="utf-8"?>
<p:tagLst xmlns:p="http://schemas.openxmlformats.org/presentationml/2006/main">
  <p:tag name="KSO_WM_DIAGRAM_VIRTUALLY_FRAME" val="{&quot;height&quot;:217.2,&quot;left&quot;:36,&quot;top&quot;:79.2,&quot;width&quot;:885.6}"/>
</p:tagLst>
</file>

<file path=ppt/tags/tag12.xml><?xml version="1.0" encoding="utf-8"?>
<p:tagLst xmlns:p="http://schemas.openxmlformats.org/presentationml/2006/main">
  <p:tag name="KSO_WM_DIAGRAM_VIRTUALLY_FRAME" val="{&quot;height&quot;:217.2,&quot;left&quot;:36,&quot;top&quot;:79.2,&quot;width&quot;:885.6}"/>
</p:tagLst>
</file>

<file path=ppt/tags/tag13.xml><?xml version="1.0" encoding="utf-8"?>
<p:tagLst xmlns:p="http://schemas.openxmlformats.org/presentationml/2006/main">
  <p:tag name="KSO_WM_DIAGRAM_VIRTUALLY_FRAME" val="{&quot;height&quot;:217.2,&quot;left&quot;:36,&quot;top&quot;:79.2,&quot;width&quot;:885.6}"/>
</p:tagLst>
</file>

<file path=ppt/tags/tag14.xml><?xml version="1.0" encoding="utf-8"?>
<p:tagLst xmlns:p="http://schemas.openxmlformats.org/presentationml/2006/main">
  <p:tag name="KSO_WM_DIAGRAM_VIRTUALLY_FRAME" val="{&quot;height&quot;:217.2,&quot;left&quot;:36,&quot;top&quot;:79.2,&quot;width&quot;:885.6}"/>
</p:tagLst>
</file>

<file path=ppt/tags/tag15.xml><?xml version="1.0" encoding="utf-8"?>
<p:tagLst xmlns:p="http://schemas.openxmlformats.org/presentationml/2006/main">
  <p:tag name="KSO_WM_DIAGRAM_VIRTUALLY_FRAME" val="{&quot;height&quot;:217.2,&quot;left&quot;:36,&quot;top&quot;:79.2,&quot;width&quot;:885.6}"/>
</p:tagLst>
</file>

<file path=ppt/tags/tag16.xml><?xml version="1.0" encoding="utf-8"?>
<p:tagLst xmlns:p="http://schemas.openxmlformats.org/presentationml/2006/main">
  <p:tag name="KSO_WM_DIAGRAM_VIRTUALLY_FRAME" val="{&quot;height&quot;:217.2,&quot;left&quot;:36,&quot;top&quot;:79.2,&quot;width&quot;:885.6}"/>
</p:tagLst>
</file>

<file path=ppt/tags/tag17.xml><?xml version="1.0" encoding="utf-8"?>
<p:tagLst xmlns:p="http://schemas.openxmlformats.org/presentationml/2006/main">
  <p:tag name="KSO_WM_DIAGRAM_VIRTUALLY_FRAME" val="{&quot;height&quot;:217.2,&quot;left&quot;:36,&quot;top&quot;:79.2,&quot;width&quot;:885.6}"/>
</p:tagLst>
</file>

<file path=ppt/tags/tag18.xml><?xml version="1.0" encoding="utf-8"?>
<p:tagLst xmlns:p="http://schemas.openxmlformats.org/presentationml/2006/main">
  <p:tag name="KSO_WM_DIAGRAM_VIRTUALLY_FRAME" val="{&quot;height&quot;:217.2,&quot;left&quot;:36,&quot;top&quot;:79.2,&quot;width&quot;:885.6}"/>
</p:tagLst>
</file>

<file path=ppt/tags/tag19.xml><?xml version="1.0" encoding="utf-8"?>
<p:tagLst xmlns:p="http://schemas.openxmlformats.org/presentationml/2006/main">
  <p:tag name="KSO_WM_DIAGRAM_VIRTUALLY_FRAME" val="{&quot;height&quot;:217.2,&quot;left&quot;:36,&quot;top&quot;:79.2,&quot;width&quot;:885.6}"/>
</p:tagLst>
</file>

<file path=ppt/tags/tag20.xml><?xml version="1.0" encoding="utf-8"?>
<p:tagLst xmlns:p="http://schemas.openxmlformats.org/presentationml/2006/main">
  <p:tag name="KSO_WM_DIAGRAM_VIRTUALLY_FRAME" val="{&quot;height&quot;:217.2,&quot;left&quot;:36,&quot;top&quot;:79.2,&quot;width&quot;:885.6}"/>
</p:tagLst>
</file>

<file path=ppt/tags/tag21.xml><?xml version="1.0" encoding="utf-8"?>
<p:tagLst xmlns:p="http://schemas.openxmlformats.org/presentationml/2006/main">
  <p:tag name="KSO_WM_DIAGRAM_VIRTUALLY_FRAME" val="{&quot;height&quot;:217.2,&quot;left&quot;:36,&quot;top&quot;:79.2,&quot;width&quot;:885.6}"/>
</p:tagLst>
</file>

<file path=ppt/tags/tag22.xml><?xml version="1.0" encoding="utf-8"?>
<p:tagLst xmlns:p="http://schemas.openxmlformats.org/presentationml/2006/main">
  <p:tag name="KSO_WM_DIAGRAM_VIRTUALLY_FRAME" val="{&quot;height&quot;:217.2,&quot;left&quot;:36,&quot;top&quot;:79.2,&quot;width&quot;:885.6}"/>
</p:tagLst>
</file>

<file path=ppt/tags/tag23.xml><?xml version="1.0" encoding="utf-8"?>
<p:tagLst xmlns:p="http://schemas.openxmlformats.org/presentationml/2006/main">
  <p:tag name="KSO_WM_DIAGRAM_VIRTUALLY_FRAME" val="{&quot;height&quot;:217.2,&quot;left&quot;:36,&quot;top&quot;:79.2,&quot;width&quot;:885.6}"/>
</p:tagLst>
</file>

<file path=ppt/tags/tag24.xml><?xml version="1.0" encoding="utf-8"?>
<p:tagLst xmlns:p="http://schemas.openxmlformats.org/presentationml/2006/main">
  <p:tag name="KSO_WM_DIAGRAM_VIRTUALLY_FRAME" val="{&quot;height&quot;:217.2,&quot;left&quot;:36,&quot;top&quot;:79.2,&quot;width&quot;:885.6}"/>
</p:tagLst>
</file>

<file path=ppt/tags/tag25.xml><?xml version="1.0" encoding="utf-8"?>
<p:tagLst xmlns:p="http://schemas.openxmlformats.org/presentationml/2006/main">
  <p:tag name="KSO_WM_DIAGRAM_VIRTUALLY_FRAME" val="{&quot;height&quot;:217.2,&quot;left&quot;:36,&quot;top&quot;:79.2,&quot;width&quot;:885.6}"/>
</p:tagLst>
</file>

<file path=ppt/tags/tag26.xml><?xml version="1.0" encoding="utf-8"?>
<p:tagLst xmlns:p="http://schemas.openxmlformats.org/presentationml/2006/main">
  <p:tag name="KSO_WM_DIAGRAM_VIRTUALLY_FRAME" val="{&quot;height&quot;:217.2,&quot;left&quot;:36,&quot;top&quot;:79.2,&quot;width&quot;:885.6}"/>
</p:tagLst>
</file>

<file path=ppt/tags/tag27.xml><?xml version="1.0" encoding="utf-8"?>
<p:tagLst xmlns:p="http://schemas.openxmlformats.org/presentationml/2006/main">
  <p:tag name="KSO_WM_DIAGRAM_VIRTUALLY_FRAME" val="{&quot;height&quot;:217.2,&quot;left&quot;:36,&quot;top&quot;:79.2,&quot;width&quot;:885.6}"/>
</p:tagLst>
</file>

<file path=ppt/tags/tag28.xml><?xml version="1.0" encoding="utf-8"?>
<p:tagLst xmlns:p="http://schemas.openxmlformats.org/presentationml/2006/main">
  <p:tag name="KSO_WM_DIAGRAM_VIRTUALLY_FRAME" val="{&quot;height&quot;:217.2,&quot;left&quot;:36,&quot;top&quot;:79.2,&quot;width&quot;:885.6}"/>
</p:tagLst>
</file>

<file path=ppt/tags/tag29.xml><?xml version="1.0" encoding="utf-8"?>
<p:tagLst xmlns:p="http://schemas.openxmlformats.org/presentationml/2006/main">
  <p:tag name="KSO_WM_DIAGRAM_VIRTUALLY_FRAME" val="{&quot;height&quot;:217.2,&quot;left&quot;:36,&quot;top&quot;:79.2,&quot;width&quot;:885.6}"/>
</p:tagLst>
</file>

<file path=ppt/tags/tag30.xml><?xml version="1.0" encoding="utf-8"?>
<p:tagLst xmlns:p="http://schemas.openxmlformats.org/presentationml/2006/main">
  <p:tag name="KSO_WM_DIAGRAM_VIRTUALLY_FRAME" val="{&quot;height&quot;:217.2,&quot;left&quot;:36,&quot;top&quot;:79.2,&quot;width&quot;:885.6}"/>
</p:tagLst>
</file>

<file path=ppt/tags/tag31.xml><?xml version="1.0" encoding="utf-8"?>
<p:tagLst xmlns:p="http://schemas.openxmlformats.org/presentationml/2006/main">
  <p:tag name="KSO_WM_DIAGRAM_VIRTUALLY_FRAME" val="{&quot;height&quot;:217.2,&quot;left&quot;:36,&quot;top&quot;:79.2,&quot;width&quot;:885.6}"/>
</p:tagLst>
</file>

<file path=ppt/tags/tag32.xml><?xml version="1.0" encoding="utf-8"?>
<p:tagLst xmlns:p="http://schemas.openxmlformats.org/presentationml/2006/main">
  <p:tag name="KSO_WM_DIAGRAM_VIRTUALLY_FRAME" val="{&quot;height&quot;:217.2,&quot;left&quot;:36,&quot;top&quot;:79.2,&quot;width&quot;:885.6}"/>
</p:tagLst>
</file>

<file path=ppt/tags/tag33.xml><?xml version="1.0" encoding="utf-8"?>
<p:tagLst xmlns:p="http://schemas.openxmlformats.org/presentationml/2006/main">
  <p:tag name="KSO_WM_DIAGRAM_VIRTUALLY_FRAME" val="{&quot;height&quot;:217.2,&quot;left&quot;:36,&quot;top&quot;:79.2,&quot;width&quot;:885.6}"/>
</p:tagLst>
</file>

<file path=ppt/tags/tag34.xml><?xml version="1.0" encoding="utf-8"?>
<p:tagLst xmlns:p="http://schemas.openxmlformats.org/presentationml/2006/main">
  <p:tag name="KSO_WM_DIAGRAM_VIRTUALLY_FRAME" val="{&quot;height&quot;:217.2,&quot;left&quot;:36,&quot;top&quot;:79.2,&quot;width&quot;:885.6}"/>
</p:tagLst>
</file>

<file path=ppt/tags/tag35.xml><?xml version="1.0" encoding="utf-8"?>
<p:tagLst xmlns:p="http://schemas.openxmlformats.org/presentationml/2006/main">
  <p:tag name="KSO_WM_DIAGRAM_VIRTUALLY_FRAME" val="{&quot;height&quot;:217.2,&quot;left&quot;:36,&quot;top&quot;:79.2,&quot;width&quot;:885.6}"/>
</p:tagLst>
</file>

<file path=ppt/tags/tag36.xml><?xml version="1.0" encoding="utf-8"?>
<p:tagLst xmlns:p="http://schemas.openxmlformats.org/presentationml/2006/main">
  <p:tag name="KSO_WM_DIAGRAM_VIRTUALLY_FRAME" val="{&quot;height&quot;:217.2,&quot;left&quot;:36,&quot;top&quot;:79.2,&quot;width&quot;:885.6}"/>
</p:tagLst>
</file>

<file path=ppt/tags/tag37.xml><?xml version="1.0" encoding="utf-8"?>
<p:tagLst xmlns:p="http://schemas.openxmlformats.org/presentationml/2006/main">
  <p:tag name="KSO_WM_DIAGRAM_VIRTUALLY_FRAME" val="{&quot;height&quot;:217.2,&quot;left&quot;:36,&quot;top&quot;:79.2,&quot;width&quot;:885.6}"/>
</p:tagLst>
</file>

<file path=ppt/tags/tag38.xml><?xml version="1.0" encoding="utf-8"?>
<p:tagLst xmlns:p="http://schemas.openxmlformats.org/presentationml/2006/main">
  <p:tag name="KSO_WM_DIAGRAM_VIRTUALLY_FRAME" val="{&quot;height&quot;:217.2,&quot;left&quot;:36,&quot;top&quot;:79.2,&quot;width&quot;:885.6}"/>
</p:tagLst>
</file>

<file path=ppt/tags/tag39.xml><?xml version="1.0" encoding="utf-8"?>
<p:tagLst xmlns:p="http://schemas.openxmlformats.org/presentationml/2006/main">
  <p:tag name="KSO_WM_DIAGRAM_VIRTUALLY_FRAME" val="{&quot;height&quot;:217.2,&quot;left&quot;:36,&quot;top&quot;:79.2,&quot;width&quot;:885.6}"/>
</p:tagLst>
</file>

<file path=ppt/tags/tag40.xml><?xml version="1.0" encoding="utf-8"?>
<p:tagLst xmlns:p="http://schemas.openxmlformats.org/presentationml/2006/main">
  <p:tag name="KSO_WM_DIAGRAM_VIRTUALLY_FRAME" val="{&quot;height&quot;:217.2,&quot;left&quot;:36,&quot;top&quot;:79.2,&quot;width&quot;:885.6}"/>
</p:tagLst>
</file>

<file path=ppt/tags/tag41.xml><?xml version="1.0" encoding="utf-8"?>
<p:tagLst xmlns:p="http://schemas.openxmlformats.org/presentationml/2006/main">
  <p:tag name="KSO_WM_DIAGRAM_VIRTUALLY_FRAME" val="{&quot;height&quot;:217.2,&quot;left&quot;:36,&quot;top&quot;:79.2,&quot;width&quot;:885.6}"/>
</p:tagLst>
</file>

<file path=ppt/tags/tag42.xml><?xml version="1.0" encoding="utf-8"?>
<p:tagLst xmlns:p="http://schemas.openxmlformats.org/presentationml/2006/main">
  <p:tag name="KSO_WM_DIAGRAM_VIRTUALLY_FRAME" val="{&quot;height&quot;:217.2,&quot;left&quot;:36,&quot;top&quot;:79.2,&quot;width&quot;:885.6}"/>
</p:tagLst>
</file>

<file path=ppt/tags/tag43.xml><?xml version="1.0" encoding="utf-8"?>
<p:tagLst xmlns:p="http://schemas.openxmlformats.org/presentationml/2006/main">
  <p:tag name="KSO_WM_DIAGRAM_VIRTUALLY_FRAME" val="{&quot;height&quot;:217.2,&quot;left&quot;:36,&quot;top&quot;:79.2,&quot;width&quot;:885.6}"/>
</p:tagLst>
</file>

<file path=ppt/tags/tag44.xml><?xml version="1.0" encoding="utf-8"?>
<p:tagLst xmlns:p="http://schemas.openxmlformats.org/presentationml/2006/main">
  <p:tag name="KSO_WM_DIAGRAM_VIRTUALLY_FRAME" val="{&quot;height&quot;:217.2,&quot;left&quot;:36,&quot;top&quot;:79.2,&quot;width&quot;:885.6}"/>
</p:tagLst>
</file>

<file path=ppt/tags/tag45.xml><?xml version="1.0" encoding="utf-8"?>
<p:tagLst xmlns:p="http://schemas.openxmlformats.org/presentationml/2006/main">
  <p:tag name="KSO_WM_DIAGRAM_VIRTUALLY_FRAME" val="{&quot;height&quot;:217.2,&quot;left&quot;:36,&quot;top&quot;:79.2,&quot;width&quot;:885.6}"/>
</p:tagLst>
</file>

<file path=ppt/tags/tag46.xml><?xml version="1.0" encoding="utf-8"?>
<p:tagLst xmlns:p="http://schemas.openxmlformats.org/presentationml/2006/main">
  <p:tag name="KSO_WM_DIAGRAM_VIRTUALLY_FRAME" val="{&quot;height&quot;:217.2,&quot;left&quot;:36,&quot;top&quot;:79.2,&quot;width&quot;:885.6}"/>
</p:tagLst>
</file>

<file path=ppt/tags/tag47.xml><?xml version="1.0" encoding="utf-8"?>
<p:tagLst xmlns:p="http://schemas.openxmlformats.org/presentationml/2006/main">
  <p:tag name="KSO_WM_DIAGRAM_VIRTUALLY_FRAME" val="{&quot;height&quot;:217.2,&quot;left&quot;:36,&quot;top&quot;:79.2,&quot;width&quot;:885.6}"/>
</p:tagLst>
</file>

<file path=ppt/tags/tag48.xml><?xml version="1.0" encoding="utf-8"?>
<p:tagLst xmlns:p="http://schemas.openxmlformats.org/presentationml/2006/main">
  <p:tag name="KSO_WM_DIAGRAM_VIRTUALLY_FRAME" val="{&quot;height&quot;:217.2,&quot;left&quot;:36,&quot;top&quot;:79.2,&quot;width&quot;:885.6}"/>
</p:tagLst>
</file>

<file path=ppt/tags/tag49.xml><?xml version="1.0" encoding="utf-8"?>
<p:tagLst xmlns:p="http://schemas.openxmlformats.org/presentationml/2006/main">
  <p:tag name="KSO_WM_DIAGRAM_VIRTUALLY_FRAME" val="{&quot;height&quot;:217.2,&quot;left&quot;:36,&quot;top&quot;:79.2,&quot;width&quot;:885.6}"/>
</p:tagLst>
</file>

<file path=ppt/tags/tag50.xml><?xml version="1.0" encoding="utf-8"?>
<p:tagLst xmlns:p="http://schemas.openxmlformats.org/presentationml/2006/main">
  <p:tag name="KSO_WM_DIAGRAM_VIRTUALLY_FRAME" val="{&quot;height&quot;:217.2,&quot;left&quot;:36,&quot;top&quot;:79.2,&quot;width&quot;:885.6}"/>
</p:tagLst>
</file>

<file path=ppt/tags/tag51.xml><?xml version="1.0" encoding="utf-8"?>
<p:tagLst xmlns:p="http://schemas.openxmlformats.org/presentationml/2006/main">
  <p:tag name="KSO_WM_DIAGRAM_VIRTUALLY_FRAME" val="{&quot;height&quot;:217.2,&quot;left&quot;:36,&quot;top&quot;:79.2,&quot;width&quot;:885.6}"/>
</p:tagLst>
</file>

<file path=ppt/tags/tag52.xml><?xml version="1.0" encoding="utf-8"?>
<p:tagLst xmlns:p="http://schemas.openxmlformats.org/presentationml/2006/main">
  <p:tag name="KSO_WM_DIAGRAM_VIRTUALLY_FRAME" val="{&quot;height&quot;:217.2,&quot;left&quot;:36,&quot;top&quot;:79.2,&quot;width&quot;:885.6}"/>
</p:tagLst>
</file>

<file path=ppt/tags/tag53.xml><?xml version="1.0" encoding="utf-8"?>
<p:tagLst xmlns:p="http://schemas.openxmlformats.org/presentationml/2006/main">
  <p:tag name="KSO_WM_DIAGRAM_VIRTUALLY_FRAME" val="{&quot;height&quot;:217.2,&quot;left&quot;:36,&quot;top&quot;:79.2,&quot;width&quot;:885.6}"/>
</p:tagLst>
</file>

<file path=ppt/tags/tag54.xml><?xml version="1.0" encoding="utf-8"?>
<p:tagLst xmlns:p="http://schemas.openxmlformats.org/presentationml/2006/main">
  <p:tag name="KSO_WM_DIAGRAM_VIRTUALLY_FRAME" val="{&quot;height&quot;:217.2,&quot;left&quot;:36,&quot;top&quot;:79.2,&quot;width&quot;:885.6}"/>
</p:tagLst>
</file>

<file path=ppt/tags/tag55.xml><?xml version="1.0" encoding="utf-8"?>
<p:tagLst xmlns:p="http://schemas.openxmlformats.org/presentationml/2006/main">
  <p:tag name="KSO_WM_DIAGRAM_VIRTUALLY_FRAME" val="{&quot;height&quot;:217.2,&quot;left&quot;:36,&quot;top&quot;:79.2,&quot;width&quot;:885.6}"/>
</p:tagLst>
</file>

<file path=ppt/tags/tag56.xml><?xml version="1.0" encoding="utf-8"?>
<p:tagLst xmlns:p="http://schemas.openxmlformats.org/presentationml/2006/main">
  <p:tag name="KSO_WM_DIAGRAM_VIRTUALLY_FRAME" val="{&quot;height&quot;:217.2,&quot;left&quot;:36,&quot;top&quot;:79.2,&quot;width&quot;:885.6}"/>
</p:tagLst>
</file>

<file path=ppt/tags/tag57.xml><?xml version="1.0" encoding="utf-8"?>
<p:tagLst xmlns:p="http://schemas.openxmlformats.org/presentationml/2006/main">
  <p:tag name="KSO_WM_DIAGRAM_VIRTUALLY_FRAME" val="{&quot;height&quot;:217.2,&quot;left&quot;:36,&quot;top&quot;:79.2,&quot;width&quot;:885.6}"/>
</p:tagLst>
</file>

<file path=ppt/tags/tag58.xml><?xml version="1.0" encoding="utf-8"?>
<p:tagLst xmlns:p="http://schemas.openxmlformats.org/presentationml/2006/main">
  <p:tag name="KSO_WM_DIAGRAM_VIRTUALLY_FRAME" val="{&quot;height&quot;:217.2,&quot;left&quot;:36,&quot;top&quot;:79.2,&quot;width&quot;:885.6}"/>
</p:tagLst>
</file>

<file path=ppt/tags/tag59.xml><?xml version="1.0" encoding="utf-8"?>
<p:tagLst xmlns:p="http://schemas.openxmlformats.org/presentationml/2006/main">
  <p:tag name="KSO_WM_DIAGRAM_VIRTUALLY_FRAME" val="{&quot;height&quot;:217.2,&quot;left&quot;:36,&quot;top&quot;:79.2,&quot;width&quot;:885.6}"/>
</p:tagLst>
</file>

<file path=ppt/tags/tag60.xml><?xml version="1.0" encoding="utf-8"?>
<p:tagLst xmlns:p="http://schemas.openxmlformats.org/presentationml/2006/main">
  <p:tag name="KSO_WM_DIAGRAM_VIRTUALLY_FRAME" val="{&quot;height&quot;:217.2,&quot;left&quot;:36,&quot;top&quot;:79.2,&quot;width&quot;:885.6}"/>
</p:tagLst>
</file>

<file path=ppt/tags/tag61.xml><?xml version="1.0" encoding="utf-8"?>
<p:tagLst xmlns:p="http://schemas.openxmlformats.org/presentationml/2006/main">
  <p:tag name="KSO_WM_DIAGRAM_VIRTUALLY_FRAME" val="{&quot;height&quot;:217.2,&quot;left&quot;:36,&quot;top&quot;:79.2,&quot;width&quot;:885.6}"/>
</p:tagLst>
</file>

<file path=ppt/tags/tag62.xml><?xml version="1.0" encoding="utf-8"?>
<p:tagLst xmlns:p="http://schemas.openxmlformats.org/presentationml/2006/main">
  <p:tag name="KSO_WM_DIAGRAM_VIRTUALLY_FRAME" val="{&quot;height&quot;:217.2,&quot;left&quot;:36,&quot;top&quot;:79.2,&quot;width&quot;:885.6}"/>
</p:tagLst>
</file>

<file path=ppt/tags/tag63.xml><?xml version="1.0" encoding="utf-8"?>
<p:tagLst xmlns:p="http://schemas.openxmlformats.org/presentationml/2006/main">
  <p:tag name="KSO_WM_DIAGRAM_VIRTUALLY_FRAME" val="{&quot;height&quot;:217.2,&quot;left&quot;:36,&quot;top&quot;:79.2,&quot;width&quot;:885.6}"/>
</p:tagLst>
</file>

<file path=ppt/tags/tag64.xml><?xml version="1.0" encoding="utf-8"?>
<p:tagLst xmlns:p="http://schemas.openxmlformats.org/presentationml/2006/main">
  <p:tag name="KSO_WM_DIAGRAM_VIRTUALLY_FRAME" val="{&quot;height&quot;:217.2,&quot;left&quot;:36,&quot;top&quot;:79.2,&quot;width&quot;:885.6}"/>
</p:tagLst>
</file>

<file path=ppt/tags/tag65.xml><?xml version="1.0" encoding="utf-8"?>
<p:tagLst xmlns:p="http://schemas.openxmlformats.org/presentationml/2006/main">
  <p:tag name="KSO_WM_DIAGRAM_VIRTUALLY_FRAME" val="{&quot;height&quot;:217.2,&quot;left&quot;:36,&quot;top&quot;:79.2,&quot;width&quot;:885.6}"/>
</p:tagLst>
</file>

<file path=ppt/tags/tag66.xml><?xml version="1.0" encoding="utf-8"?>
<p:tagLst xmlns:p="http://schemas.openxmlformats.org/presentationml/2006/main">
  <p:tag name="KSO_WM_DIAGRAM_VIRTUALLY_FRAME" val="{&quot;height&quot;:217.2,&quot;left&quot;:36,&quot;top&quot;:79.2,&quot;width&quot;:885.6}"/>
</p:tagLst>
</file>

<file path=ppt/tags/tag67.xml><?xml version="1.0" encoding="utf-8"?>
<p:tagLst xmlns:p="http://schemas.openxmlformats.org/presentationml/2006/main">
  <p:tag name="KSO_WM_DIAGRAM_VIRTUALLY_FRAME" val="{&quot;height&quot;:217.2,&quot;left&quot;:36,&quot;top&quot;:79.2,&quot;width&quot;:885.6}"/>
</p:tagLst>
</file>

<file path=ppt/tags/tag68.xml><?xml version="1.0" encoding="utf-8"?>
<p:tagLst xmlns:p="http://schemas.openxmlformats.org/presentationml/2006/main">
  <p:tag name="KSO_WM_DIAGRAM_VIRTUALLY_FRAME" val="{&quot;height&quot;:217.2,&quot;left&quot;:36,&quot;top&quot;:79.2,&quot;width&quot;:885.6}"/>
</p:tagLst>
</file>

<file path=ppt/tags/tag69.xml><?xml version="1.0" encoding="utf-8"?>
<p:tagLst xmlns:p="http://schemas.openxmlformats.org/presentationml/2006/main">
  <p:tag name="KSO_WM_DIAGRAM_VIRTUALLY_FRAME" val="{&quot;height&quot;:217.2,&quot;left&quot;:36,&quot;top&quot;:79.2,&quot;width&quot;:885.6}"/>
</p:tagLst>
</file>

<file path=ppt/tags/tag70.xml><?xml version="1.0" encoding="utf-8"?>
<p:tagLst xmlns:p="http://schemas.openxmlformats.org/presentationml/2006/main">
  <p:tag name="KSO_WM_DIAGRAM_VIRTUALLY_FRAME" val="{&quot;height&quot;:217.2,&quot;left&quot;:36,&quot;top&quot;:79.2,&quot;width&quot;:885.6}"/>
</p:tagLst>
</file>

<file path=ppt/tags/tag71.xml><?xml version="1.0" encoding="utf-8"?>
<p:tagLst xmlns:p="http://schemas.openxmlformats.org/presentationml/2006/main">
  <p:tag name="KSO_WM_DIAGRAM_VIRTUALLY_FRAME" val="{&quot;height&quot;:217.2,&quot;left&quot;:36,&quot;top&quot;:79.2,&quot;width&quot;:885.6}"/>
</p:tagLst>
</file>

<file path=ppt/tags/tag72.xml><?xml version="1.0" encoding="utf-8"?>
<p:tagLst xmlns:p="http://schemas.openxmlformats.org/presentationml/2006/main">
  <p:tag name="KSO_WM_DIAGRAM_VIRTUALLY_FRAME" val="{&quot;height&quot;:217.2,&quot;left&quot;:36,&quot;top&quot;:79.2,&quot;width&quot;:885.6}"/>
</p:tagLst>
</file>

<file path=ppt/tags/tag73.xml><?xml version="1.0" encoding="utf-8"?>
<p:tagLst xmlns:p="http://schemas.openxmlformats.org/presentationml/2006/main">
  <p:tag name="KSO_WM_DIAGRAM_VIRTUALLY_FRAME" val="{&quot;height&quot;:217.2,&quot;left&quot;:36,&quot;top&quot;:79.2,&quot;width&quot;:885.6}"/>
</p:tagLst>
</file>

<file path=ppt/tags/tag74.xml><?xml version="1.0" encoding="utf-8"?>
<p:tagLst xmlns:p="http://schemas.openxmlformats.org/presentationml/2006/main">
  <p:tag name="KSO_WM_DIAGRAM_VIRTUALLY_FRAME" val="{&quot;height&quot;:217.2,&quot;left&quot;:36,&quot;top&quot;:79.2,&quot;width&quot;:885.6}"/>
</p:tagLst>
</file>

<file path=ppt/tags/tag75.xml><?xml version="1.0" encoding="utf-8"?>
<p:tagLst xmlns:p="http://schemas.openxmlformats.org/presentationml/2006/main">
  <p:tag name="KSO_WM_DIAGRAM_VIRTUALLY_FRAME" val="{&quot;height&quot;:217.2,&quot;left&quot;:36,&quot;top&quot;:79.2,&quot;width&quot;:885.6}"/>
</p:tagLst>
</file>

<file path=ppt/tags/tag76.xml><?xml version="1.0" encoding="utf-8"?>
<p:tagLst xmlns:p="http://schemas.openxmlformats.org/presentationml/2006/main">
  <p:tag name="KSO_WM_DIAGRAM_VIRTUALLY_FRAME" val="{&quot;height&quot;:217.2,&quot;left&quot;:36,&quot;top&quot;:79.2,&quot;width&quot;:885.6}"/>
</p:tagLst>
</file>

<file path=ppt/tags/tag77.xml><?xml version="1.0" encoding="utf-8"?>
<p:tagLst xmlns:p="http://schemas.openxmlformats.org/presentationml/2006/main">
  <p:tag name="KSO_WM_DIAGRAM_VIRTUALLY_FRAME" val="{&quot;height&quot;:217.2,&quot;left&quot;:36,&quot;top&quot;:79.2,&quot;width&quot;:885.6}"/>
</p:tagLst>
</file>

<file path=ppt/tags/tag78.xml><?xml version="1.0" encoding="utf-8"?>
<p:tagLst xmlns:p="http://schemas.openxmlformats.org/presentationml/2006/main">
  <p:tag name="KSO_WM_DIAGRAM_VIRTUALLY_FRAME" val="{&quot;height&quot;:217.2,&quot;left&quot;:36,&quot;top&quot;:79.2,&quot;width&quot;:885.6}"/>
</p:tagLst>
</file>

<file path=ppt/tags/tag79.xml><?xml version="1.0" encoding="utf-8"?>
<p:tagLst xmlns:p="http://schemas.openxmlformats.org/presentationml/2006/main">
  <p:tag name="KSO_WM_DIAGRAM_VIRTUALLY_FRAME" val="{&quot;height&quot;:217.2,&quot;left&quot;:36,&quot;top&quot;:79.2,&quot;width&quot;:885.6}"/>
</p:tagLst>
</file>

<file path=ppt/tags/tag80.xml><?xml version="1.0" encoding="utf-8"?>
<p:tagLst xmlns:p="http://schemas.openxmlformats.org/presentationml/2006/main">
  <p:tag name="KSO_WM_DIAGRAM_VIRTUALLY_FRAME" val="{&quot;height&quot;:217.2,&quot;left&quot;:36,&quot;top&quot;:79.2,&quot;width&quot;:885.6}"/>
</p:tagLst>
</file>

<file path=ppt/tags/tag81.xml><?xml version="1.0" encoding="utf-8"?>
<p:tagLst xmlns:p="http://schemas.openxmlformats.org/presentationml/2006/main">
  <p:tag name="KSO_WM_DIAGRAM_VIRTUALLY_FRAME" val="{&quot;height&quot;:217.2,&quot;left&quot;:36,&quot;top&quot;:79.2,&quot;width&quot;:885.6}"/>
</p:tagLst>
</file>

<file path=ppt/tags/tag82.xml><?xml version="1.0" encoding="utf-8"?>
<p:tagLst xmlns:p="http://schemas.openxmlformats.org/presentationml/2006/main">
  <p:tag name="KSO_WM_DIAGRAM_VIRTUALLY_FRAME" val="{&quot;height&quot;:217.2,&quot;left&quot;:36,&quot;top&quot;:79.2,&quot;width&quot;:885.6}"/>
</p:tagLst>
</file>

<file path=ppt/tags/tag83.xml><?xml version="1.0" encoding="utf-8"?>
<p:tagLst xmlns:p="http://schemas.openxmlformats.org/presentationml/2006/main">
  <p:tag name="KSO_WM_DIAGRAM_VIRTUALLY_FRAME" val="{&quot;height&quot;:217.2,&quot;left&quot;:36,&quot;top&quot;:79.2,&quot;width&quot;:885.6}"/>
</p:tagLst>
</file>

<file path=ppt/tags/tag84.xml><?xml version="1.0" encoding="utf-8"?>
<p:tagLst xmlns:p="http://schemas.openxmlformats.org/presentationml/2006/main">
  <p:tag name="KSO_WM_DIAGRAM_VIRTUALLY_FRAME" val="{&quot;height&quot;:217.2,&quot;left&quot;:36,&quot;top&quot;:79.2,&quot;width&quot;:885.6}"/>
</p:tagLst>
</file>

<file path=ppt/tags/tag85.xml><?xml version="1.0" encoding="utf-8"?>
<p:tagLst xmlns:p="http://schemas.openxmlformats.org/presentationml/2006/main">
  <p:tag name="KSO_WM_DIAGRAM_VIRTUALLY_FRAME" val="{&quot;height&quot;:217.2,&quot;left&quot;:36,&quot;top&quot;:79.2,&quot;width&quot;:885.6}"/>
</p:tagLst>
</file>

<file path=ppt/tags/tag86.xml><?xml version="1.0" encoding="utf-8"?>
<p:tagLst xmlns:p="http://schemas.openxmlformats.org/presentationml/2006/main">
  <p:tag name="KSO_WM_DIAGRAM_VIRTUALLY_FRAME" val="{&quot;height&quot;:217.2,&quot;left&quot;:36,&quot;top&quot;:79.2,&quot;width&quot;:885.6}"/>
</p:tagLst>
</file>

<file path=ppt/tags/tag87.xml><?xml version="1.0" encoding="utf-8"?>
<p:tagLst xmlns:p="http://schemas.openxmlformats.org/presentationml/2006/main">
  <p:tag name="KSO_WM_DIAGRAM_VIRTUALLY_FRAME" val="{&quot;height&quot;:217.2,&quot;left&quot;:36,&quot;top&quot;:79.2,&quot;width&quot;:885.6}"/>
</p:tagLst>
</file>

<file path=ppt/tags/tag88.xml><?xml version="1.0" encoding="utf-8"?>
<p:tagLst xmlns:p="http://schemas.openxmlformats.org/presentationml/2006/main">
  <p:tag name="KSO_WM_DIAGRAM_VIRTUALLY_FRAME" val="{&quot;height&quot;:217.2,&quot;left&quot;:36,&quot;top&quot;:79.2,&quot;width&quot;:885.6}"/>
</p:tagLst>
</file>

<file path=ppt/tags/tag89.xml><?xml version="1.0" encoding="utf-8"?>
<p:tagLst xmlns:p="http://schemas.openxmlformats.org/presentationml/2006/main">
  <p:tag name="KSO_WM_DIAGRAM_VIRTUALLY_FRAME" val="{&quot;height&quot;:217.2,&quot;left&quot;:36,&quot;top&quot;:79.2,&quot;width&quot;:885.6}"/>
</p:tagLst>
</file>

<file path=ppt/tags/tag90.xml><?xml version="1.0" encoding="utf-8"?>
<p:tagLst xmlns:p="http://schemas.openxmlformats.org/presentationml/2006/main">
  <p:tag name="KSO_WM_DIAGRAM_VIRTUALLY_FRAME" val="{&quot;height&quot;:217.2,&quot;left&quot;:36,&quot;top&quot;:79.2,&quot;width&quot;:885.6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1834</Words>
  <Application>WPS 演示</Application>
  <PresentationFormat>宽屏</PresentationFormat>
  <Paragraphs>120</Paragraphs>
  <Slides>15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23" baseType="lpstr">
      <vt:lpstr>Arial</vt:lpstr>
      <vt:lpstr>宋体</vt:lpstr>
      <vt:lpstr>Wingdings</vt:lpstr>
      <vt:lpstr>Arial</vt:lpstr>
      <vt:lpstr>Calibri</vt:lpstr>
      <vt:lpstr>微软雅黑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Altitude.</cp:lastModifiedBy>
  <cp:revision>42</cp:revision>
  <dcterms:created xsi:type="dcterms:W3CDTF">2013-01-27T09:14:00Z</dcterms:created>
  <dcterms:modified xsi:type="dcterms:W3CDTF">2026-01-15T08:03:29Z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2052-12.1.0.24657</vt:lpwstr>
  </property>
  <property fmtid="{D5CDD505-2E9C-101B-9397-08002B2CF9AE}" pid="3" name="ICV">
    <vt:lpwstr>0C47998CC491462BA84B1A7D4B5E5DF5_12</vt:lpwstr>
  </property>
</Properties>
</file>